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1"/>
  </p:notesMasterIdLst>
  <p:sldIdLst>
    <p:sldId id="549" r:id="rId2"/>
    <p:sldId id="620" r:id="rId3"/>
    <p:sldId id="1133" r:id="rId4"/>
    <p:sldId id="1120" r:id="rId5"/>
    <p:sldId id="1121" r:id="rId6"/>
    <p:sldId id="1087" r:id="rId7"/>
    <p:sldId id="1122" r:id="rId8"/>
    <p:sldId id="638" r:id="rId9"/>
    <p:sldId id="1123" r:id="rId10"/>
    <p:sldId id="596" r:id="rId11"/>
    <p:sldId id="598" r:id="rId12"/>
    <p:sldId id="1124" r:id="rId13"/>
    <p:sldId id="1095" r:id="rId14"/>
    <p:sldId id="1096" r:id="rId15"/>
    <p:sldId id="1130" r:id="rId16"/>
    <p:sldId id="1097" r:id="rId17"/>
    <p:sldId id="1125" r:id="rId18"/>
    <p:sldId id="1126" r:id="rId19"/>
    <p:sldId id="1098" r:id="rId20"/>
    <p:sldId id="1127" r:id="rId21"/>
    <p:sldId id="552" r:id="rId22"/>
    <p:sldId id="1128" r:id="rId23"/>
    <p:sldId id="1131" r:id="rId24"/>
    <p:sldId id="1132" r:id="rId25"/>
    <p:sldId id="1102" r:id="rId26"/>
    <p:sldId id="1129" r:id="rId27"/>
    <p:sldId id="1100" r:id="rId28"/>
    <p:sldId id="1103" r:id="rId29"/>
    <p:sldId id="560" r:id="rId30"/>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4" userDrawn="1">
          <p15:clr>
            <a:srgbClr val="A4A3A4"/>
          </p15:clr>
        </p15:guide>
        <p15:guide id="2" pos="285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1BF1"/>
    <a:srgbClr val="E83030"/>
    <a:srgbClr val="E31E24"/>
    <a:srgbClr val="0060AA"/>
    <a:srgbClr val="0066B3"/>
    <a:srgbClr val="006C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9D3C67-0532-46E6-B1C3-D4BAE366CFE7}" v="192" dt="2026-01-10T08:42:11.065"/>
  </p1510:revLst>
</p1510:revInfo>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660"/>
  </p:normalViewPr>
  <p:slideViewPr>
    <p:cSldViewPr showGuides="1">
      <p:cViewPr varScale="1">
        <p:scale>
          <a:sx n="59" d="100"/>
          <a:sy n="59" d="100"/>
        </p:scale>
        <p:origin x="1716" y="52"/>
      </p:cViewPr>
      <p:guideLst>
        <p:guide orient="horz" pos="2204"/>
        <p:guide pos="285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hjad israil" userId="765442391d65c39a" providerId="LiveId" clId="{AD403976-A7C0-4C75-AA9D-6F93FECD3E33}"/>
    <pc:docChg chg="undo custSel addSld delSld modSld">
      <pc:chgData name="shahjad israil" userId="765442391d65c39a" providerId="LiveId" clId="{AD403976-A7C0-4C75-AA9D-6F93FECD3E33}" dt="2026-01-10T08:42:19.118" v="763" actId="113"/>
      <pc:docMkLst>
        <pc:docMk/>
      </pc:docMkLst>
      <pc:sldChg chg="del">
        <pc:chgData name="shahjad israil" userId="765442391d65c39a" providerId="LiveId" clId="{AD403976-A7C0-4C75-AA9D-6F93FECD3E33}" dt="2026-01-09T07:58:47.876" v="162" actId="2696"/>
        <pc:sldMkLst>
          <pc:docMk/>
          <pc:sldMk cId="2773756196" sldId="501"/>
        </pc:sldMkLst>
      </pc:sldChg>
      <pc:sldChg chg="del">
        <pc:chgData name="shahjad israil" userId="765442391d65c39a" providerId="LiveId" clId="{AD403976-A7C0-4C75-AA9D-6F93FECD3E33}" dt="2026-01-09T08:03:05.607" v="214" actId="2696"/>
        <pc:sldMkLst>
          <pc:docMk/>
          <pc:sldMk cId="541189203" sldId="514"/>
        </pc:sldMkLst>
      </pc:sldChg>
      <pc:sldChg chg="modSp mod">
        <pc:chgData name="shahjad israil" userId="765442391d65c39a" providerId="LiveId" clId="{AD403976-A7C0-4C75-AA9D-6F93FECD3E33}" dt="2026-01-09T09:33:48.858" v="731" actId="20577"/>
        <pc:sldMkLst>
          <pc:docMk/>
          <pc:sldMk cId="0" sldId="549"/>
        </pc:sldMkLst>
        <pc:spChg chg="mod">
          <ac:chgData name="shahjad israil" userId="765442391d65c39a" providerId="LiveId" clId="{AD403976-A7C0-4C75-AA9D-6F93FECD3E33}" dt="2026-01-09T09:33:30.054" v="724" actId="20577"/>
          <ac:spMkLst>
            <pc:docMk/>
            <pc:sldMk cId="0" sldId="549"/>
            <ac:spMk id="2" creationId="{00000000-0000-0000-0000-000000000000}"/>
          </ac:spMkLst>
        </pc:spChg>
        <pc:spChg chg="mod">
          <ac:chgData name="shahjad israil" userId="765442391d65c39a" providerId="LiveId" clId="{AD403976-A7C0-4C75-AA9D-6F93FECD3E33}" dt="2026-01-09T09:33:41.342" v="725" actId="1076"/>
          <ac:spMkLst>
            <pc:docMk/>
            <pc:sldMk cId="0" sldId="549"/>
            <ac:spMk id="10" creationId="{00000000-0000-0000-0000-000000000000}"/>
          </ac:spMkLst>
        </pc:spChg>
        <pc:spChg chg="mod">
          <ac:chgData name="shahjad israil" userId="765442391d65c39a" providerId="LiveId" clId="{AD403976-A7C0-4C75-AA9D-6F93FECD3E33}" dt="2026-01-09T09:33:48.858" v="731" actId="20577"/>
          <ac:spMkLst>
            <pc:docMk/>
            <pc:sldMk cId="0" sldId="549"/>
            <ac:spMk id="11" creationId="{00000000-0000-0000-0000-000000000000}"/>
          </ac:spMkLst>
        </pc:spChg>
      </pc:sldChg>
      <pc:sldChg chg="addSp delSp modSp mod">
        <pc:chgData name="shahjad israil" userId="765442391d65c39a" providerId="LiveId" clId="{AD403976-A7C0-4C75-AA9D-6F93FECD3E33}" dt="2026-01-09T09:18:10.848" v="534" actId="1076"/>
        <pc:sldMkLst>
          <pc:docMk/>
          <pc:sldMk cId="1764279160" sldId="552"/>
        </pc:sldMkLst>
        <pc:spChg chg="mod">
          <ac:chgData name="shahjad israil" userId="765442391d65c39a" providerId="LiveId" clId="{AD403976-A7C0-4C75-AA9D-6F93FECD3E33}" dt="2026-01-09T09:17:19.320" v="523" actId="20577"/>
          <ac:spMkLst>
            <pc:docMk/>
            <pc:sldMk cId="1764279160" sldId="552"/>
            <ac:spMk id="2" creationId="{7FEE1B99-B51C-4A5A-108B-8445DFED19F8}"/>
          </ac:spMkLst>
        </pc:spChg>
        <pc:spChg chg="add">
          <ac:chgData name="shahjad israil" userId="765442391d65c39a" providerId="LiveId" clId="{AD403976-A7C0-4C75-AA9D-6F93FECD3E33}" dt="2026-01-09T09:16:45.121" v="502"/>
          <ac:spMkLst>
            <pc:docMk/>
            <pc:sldMk cId="1764279160" sldId="552"/>
            <ac:spMk id="5" creationId="{E40F3EA6-8DF2-066F-5F14-4AF911D2360F}"/>
          </ac:spMkLst>
        </pc:spChg>
        <pc:spChg chg="add mod">
          <ac:chgData name="shahjad israil" userId="765442391d65c39a" providerId="LiveId" clId="{AD403976-A7C0-4C75-AA9D-6F93FECD3E33}" dt="2026-01-09T09:17:53.513" v="531" actId="12"/>
          <ac:spMkLst>
            <pc:docMk/>
            <pc:sldMk cId="1764279160" sldId="552"/>
            <ac:spMk id="11" creationId="{6A2FB8A1-0A8D-D282-6949-B06F0485DDE6}"/>
          </ac:spMkLst>
        </pc:spChg>
        <pc:spChg chg="del mod">
          <ac:chgData name="shahjad israil" userId="765442391d65c39a" providerId="LiveId" clId="{AD403976-A7C0-4C75-AA9D-6F93FECD3E33}" dt="2026-01-09T09:16:43.623" v="501" actId="478"/>
          <ac:spMkLst>
            <pc:docMk/>
            <pc:sldMk cId="1764279160" sldId="552"/>
            <ac:spMk id="14" creationId="{00000000-0000-0000-0000-000000000000}"/>
          </ac:spMkLst>
        </pc:spChg>
        <pc:picChg chg="add mod">
          <ac:chgData name="shahjad israil" userId="765442391d65c39a" providerId="LiveId" clId="{AD403976-A7C0-4C75-AA9D-6F93FECD3E33}" dt="2026-01-09T09:18:10.848" v="534" actId="1076"/>
          <ac:picMkLst>
            <pc:docMk/>
            <pc:sldMk cId="1764279160" sldId="552"/>
            <ac:picMk id="12" creationId="{00445DAD-28FC-B3B8-B056-638469E892CD}"/>
          </ac:picMkLst>
        </pc:picChg>
        <pc:picChg chg="del">
          <ac:chgData name="shahjad israil" userId="765442391d65c39a" providerId="LiveId" clId="{AD403976-A7C0-4C75-AA9D-6F93FECD3E33}" dt="2026-01-09T09:16:33.563" v="498" actId="478"/>
          <ac:picMkLst>
            <pc:docMk/>
            <pc:sldMk cId="1764279160" sldId="552"/>
            <ac:picMk id="13" creationId="{00000000-0000-0000-0000-000000000000}"/>
          </ac:picMkLst>
        </pc:picChg>
        <pc:picChg chg="add">
          <ac:chgData name="shahjad israil" userId="765442391d65c39a" providerId="LiveId" clId="{AD403976-A7C0-4C75-AA9D-6F93FECD3E33}" dt="2026-01-09T09:16:45.121" v="502"/>
          <ac:picMkLst>
            <pc:docMk/>
            <pc:sldMk cId="1764279160" sldId="552"/>
            <ac:picMk id="6146" creationId="{E6C1157F-9EFA-761E-05D0-BB67B25E6268}"/>
          </ac:picMkLst>
        </pc:picChg>
        <pc:picChg chg="add">
          <ac:chgData name="shahjad israil" userId="765442391d65c39a" providerId="LiveId" clId="{AD403976-A7C0-4C75-AA9D-6F93FECD3E33}" dt="2026-01-09T09:18:02.856" v="532"/>
          <ac:picMkLst>
            <pc:docMk/>
            <pc:sldMk cId="1764279160" sldId="552"/>
            <ac:picMk id="6148" creationId="{AF46E2AE-A264-4BD5-B7A2-A5F17A862A3C}"/>
          </ac:picMkLst>
        </pc:picChg>
      </pc:sldChg>
      <pc:sldChg chg="delSp del mod">
        <pc:chgData name="shahjad israil" userId="765442391d65c39a" providerId="LiveId" clId="{AD403976-A7C0-4C75-AA9D-6F93FECD3E33}" dt="2026-01-09T09:20:38.317" v="577" actId="2696"/>
        <pc:sldMkLst>
          <pc:docMk/>
          <pc:sldMk cId="1006829740" sldId="558"/>
        </pc:sldMkLst>
        <pc:picChg chg="del">
          <ac:chgData name="shahjad israil" userId="765442391d65c39a" providerId="LiveId" clId="{AD403976-A7C0-4C75-AA9D-6F93FECD3E33}" dt="2026-01-09T09:20:34.083" v="576" actId="478"/>
          <ac:picMkLst>
            <pc:docMk/>
            <pc:sldMk cId="1006829740" sldId="558"/>
            <ac:picMk id="10" creationId="{00000000-0000-0000-0000-000000000000}"/>
          </ac:picMkLst>
        </pc:picChg>
      </pc:sldChg>
      <pc:sldChg chg="delSp modSp mod">
        <pc:chgData name="shahjad israil" userId="765442391d65c39a" providerId="LiveId" clId="{AD403976-A7C0-4C75-AA9D-6F93FECD3E33}" dt="2026-01-09T09:32:40.090" v="714" actId="478"/>
        <pc:sldMkLst>
          <pc:docMk/>
          <pc:sldMk cId="998591133" sldId="560"/>
        </pc:sldMkLst>
        <pc:spChg chg="del">
          <ac:chgData name="shahjad israil" userId="765442391d65c39a" providerId="LiveId" clId="{AD403976-A7C0-4C75-AA9D-6F93FECD3E33}" dt="2026-01-09T09:32:40.090" v="714" actId="478"/>
          <ac:spMkLst>
            <pc:docMk/>
            <pc:sldMk cId="998591133" sldId="560"/>
            <ac:spMk id="2" creationId="{7FEE1B99-B51C-4A5A-108B-8445DFED19F8}"/>
          </ac:spMkLst>
        </pc:spChg>
        <pc:spChg chg="mod">
          <ac:chgData name="shahjad israil" userId="765442391d65c39a" providerId="LiveId" clId="{AD403976-A7C0-4C75-AA9D-6F93FECD3E33}" dt="2026-01-09T09:32:35.773" v="713" actId="1076"/>
          <ac:spMkLst>
            <pc:docMk/>
            <pc:sldMk cId="998591133" sldId="560"/>
            <ac:spMk id="5" creationId="{00000000-0000-0000-0000-000000000000}"/>
          </ac:spMkLst>
        </pc:spChg>
        <pc:picChg chg="mod">
          <ac:chgData name="shahjad israil" userId="765442391d65c39a" providerId="LiveId" clId="{AD403976-A7C0-4C75-AA9D-6F93FECD3E33}" dt="2026-01-09T09:32:17.016" v="710" actId="1076"/>
          <ac:picMkLst>
            <pc:docMk/>
            <pc:sldMk cId="998591133" sldId="560"/>
            <ac:picMk id="4" creationId="{00000000-0000-0000-0000-000000000000}"/>
          </ac:picMkLst>
        </pc:picChg>
        <pc:picChg chg="del">
          <ac:chgData name="shahjad israil" userId="765442391d65c39a" providerId="LiveId" clId="{AD403976-A7C0-4C75-AA9D-6F93FECD3E33}" dt="2026-01-09T09:32:00.332" v="697" actId="478"/>
          <ac:picMkLst>
            <pc:docMk/>
            <pc:sldMk cId="998591133" sldId="560"/>
            <ac:picMk id="13328" creationId="{00000000-0000-0000-0000-000000000000}"/>
          </ac:picMkLst>
        </pc:picChg>
      </pc:sldChg>
      <pc:sldChg chg="del">
        <pc:chgData name="shahjad israil" userId="765442391d65c39a" providerId="LiveId" clId="{AD403976-A7C0-4C75-AA9D-6F93FECD3E33}" dt="2026-01-09T09:31:49.315" v="696" actId="2696"/>
        <pc:sldMkLst>
          <pc:docMk/>
          <pc:sldMk cId="3608570884" sldId="561"/>
        </pc:sldMkLst>
      </pc:sldChg>
      <pc:sldChg chg="del">
        <pc:chgData name="shahjad israil" userId="765442391d65c39a" providerId="LiveId" clId="{AD403976-A7C0-4C75-AA9D-6F93FECD3E33}" dt="2026-01-09T09:31:49.315" v="696" actId="2696"/>
        <pc:sldMkLst>
          <pc:docMk/>
          <pc:sldMk cId="3507236718" sldId="593"/>
        </pc:sldMkLst>
      </pc:sldChg>
      <pc:sldChg chg="del">
        <pc:chgData name="shahjad israil" userId="765442391d65c39a" providerId="LiveId" clId="{AD403976-A7C0-4C75-AA9D-6F93FECD3E33}" dt="2026-01-09T09:31:49.315" v="696" actId="2696"/>
        <pc:sldMkLst>
          <pc:docMk/>
          <pc:sldMk cId="1031133073" sldId="594"/>
        </pc:sldMkLst>
      </pc:sldChg>
      <pc:sldChg chg="del">
        <pc:chgData name="shahjad israil" userId="765442391d65c39a" providerId="LiveId" clId="{AD403976-A7C0-4C75-AA9D-6F93FECD3E33}" dt="2026-01-09T07:58:47.876" v="162" actId="2696"/>
        <pc:sldMkLst>
          <pc:docMk/>
          <pc:sldMk cId="2411734053" sldId="595"/>
        </pc:sldMkLst>
      </pc:sldChg>
      <pc:sldChg chg="addSp delSp modSp mod">
        <pc:chgData name="shahjad israil" userId="765442391d65c39a" providerId="LiveId" clId="{AD403976-A7C0-4C75-AA9D-6F93FECD3E33}" dt="2026-01-09T09:00:46.798" v="265" actId="2711"/>
        <pc:sldMkLst>
          <pc:docMk/>
          <pc:sldMk cId="1436573509" sldId="596"/>
        </pc:sldMkLst>
        <pc:spChg chg="mod">
          <ac:chgData name="shahjad israil" userId="765442391d65c39a" providerId="LiveId" clId="{AD403976-A7C0-4C75-AA9D-6F93FECD3E33}" dt="2026-01-09T08:03:49.112" v="224" actId="2711"/>
          <ac:spMkLst>
            <pc:docMk/>
            <pc:sldMk cId="1436573509" sldId="596"/>
            <ac:spMk id="2" creationId="{7FEE1B99-B51C-4A5A-108B-8445DFED19F8}"/>
          </ac:spMkLst>
        </pc:spChg>
        <pc:spChg chg="del mod">
          <ac:chgData name="shahjad israil" userId="765442391d65c39a" providerId="LiveId" clId="{AD403976-A7C0-4C75-AA9D-6F93FECD3E33}" dt="2026-01-09T08:06:57.264" v="234"/>
          <ac:spMkLst>
            <pc:docMk/>
            <pc:sldMk cId="1436573509" sldId="596"/>
            <ac:spMk id="5" creationId="{00000000-0000-0000-0000-000000000000}"/>
          </ac:spMkLst>
        </pc:spChg>
        <pc:graphicFrameChg chg="add mod modGraphic">
          <ac:chgData name="shahjad israil" userId="765442391d65c39a" providerId="LiveId" clId="{AD403976-A7C0-4C75-AA9D-6F93FECD3E33}" dt="2026-01-09T09:00:46.798" v="265" actId="2711"/>
          <ac:graphicFrameMkLst>
            <pc:docMk/>
            <pc:sldMk cId="1436573509" sldId="596"/>
            <ac:graphicFrameMk id="8" creationId="{C172D7A6-CDA2-6088-A98E-82BCFCB0BE4A}"/>
          </ac:graphicFrameMkLst>
        </pc:graphicFrameChg>
      </pc:sldChg>
      <pc:sldChg chg="delSp modSp mod">
        <pc:chgData name="shahjad israil" userId="765442391d65c39a" providerId="LiveId" clId="{AD403976-A7C0-4C75-AA9D-6F93FECD3E33}" dt="2026-01-09T09:04:46.867" v="312" actId="2710"/>
        <pc:sldMkLst>
          <pc:docMk/>
          <pc:sldMk cId="588016147" sldId="598"/>
        </pc:sldMkLst>
        <pc:spChg chg="mod">
          <ac:chgData name="shahjad israil" userId="765442391d65c39a" providerId="LiveId" clId="{AD403976-A7C0-4C75-AA9D-6F93FECD3E33}" dt="2026-01-09T09:01:48.744" v="273" actId="255"/>
          <ac:spMkLst>
            <pc:docMk/>
            <pc:sldMk cId="588016147" sldId="598"/>
            <ac:spMk id="2" creationId="{7FEE1B99-B51C-4A5A-108B-8445DFED19F8}"/>
          </ac:spMkLst>
        </pc:spChg>
        <pc:spChg chg="mod">
          <ac:chgData name="shahjad israil" userId="765442391d65c39a" providerId="LiveId" clId="{AD403976-A7C0-4C75-AA9D-6F93FECD3E33}" dt="2026-01-09T09:04:46.867" v="312" actId="2710"/>
          <ac:spMkLst>
            <pc:docMk/>
            <pc:sldMk cId="588016147" sldId="598"/>
            <ac:spMk id="5" creationId="{00000000-0000-0000-0000-000000000000}"/>
          </ac:spMkLst>
        </pc:spChg>
        <pc:picChg chg="del">
          <ac:chgData name="shahjad israil" userId="765442391d65c39a" providerId="LiveId" clId="{AD403976-A7C0-4C75-AA9D-6F93FECD3E33}" dt="2026-01-09T09:01:14.137" v="266" actId="478"/>
          <ac:picMkLst>
            <pc:docMk/>
            <pc:sldMk cId="588016147" sldId="598"/>
            <ac:picMk id="11" creationId="{00000000-0000-0000-0000-000000000000}"/>
          </ac:picMkLst>
        </pc:picChg>
      </pc:sldChg>
      <pc:sldChg chg="del">
        <pc:chgData name="shahjad israil" userId="765442391d65c39a" providerId="LiveId" clId="{AD403976-A7C0-4C75-AA9D-6F93FECD3E33}" dt="2026-01-09T09:31:49.315" v="696" actId="2696"/>
        <pc:sldMkLst>
          <pc:docMk/>
          <pc:sldMk cId="1092046462" sldId="609"/>
        </pc:sldMkLst>
      </pc:sldChg>
      <pc:sldChg chg="delSp modSp mod">
        <pc:chgData name="shahjad israil" userId="765442391d65c39a" providerId="LiveId" clId="{AD403976-A7C0-4C75-AA9D-6F93FECD3E33}" dt="2026-01-10T08:42:19.118" v="763" actId="113"/>
        <pc:sldMkLst>
          <pc:docMk/>
          <pc:sldMk cId="1028169598" sldId="620"/>
        </pc:sldMkLst>
        <pc:spChg chg="del mod">
          <ac:chgData name="shahjad israil" userId="765442391d65c39a" providerId="LiveId" clId="{AD403976-A7C0-4C75-AA9D-6F93FECD3E33}" dt="2026-01-10T08:42:11.065" v="761" actId="478"/>
          <ac:spMkLst>
            <pc:docMk/>
            <pc:sldMk cId="1028169598" sldId="620"/>
            <ac:spMk id="5" creationId="{6C8E47A3-19E5-2480-D729-7717BBFCF670}"/>
          </ac:spMkLst>
        </pc:spChg>
        <pc:spChg chg="mod">
          <ac:chgData name="shahjad israil" userId="765442391d65c39a" providerId="LiveId" clId="{AD403976-A7C0-4C75-AA9D-6F93FECD3E33}" dt="2026-01-10T08:42:19.118" v="763" actId="113"/>
          <ac:spMkLst>
            <pc:docMk/>
            <pc:sldMk cId="1028169598" sldId="620"/>
            <ac:spMk id="11" creationId="{00000000-0000-0000-0000-000000000000}"/>
          </ac:spMkLst>
        </pc:spChg>
      </pc:sldChg>
      <pc:sldChg chg="del">
        <pc:chgData name="shahjad israil" userId="765442391d65c39a" providerId="LiveId" clId="{AD403976-A7C0-4C75-AA9D-6F93FECD3E33}" dt="2026-01-09T08:02:52.684" v="210" actId="2696"/>
        <pc:sldMkLst>
          <pc:docMk/>
          <pc:sldMk cId="1084801295" sldId="635"/>
        </pc:sldMkLst>
      </pc:sldChg>
      <pc:sldChg chg="addSp delSp modSp mod">
        <pc:chgData name="shahjad israil" userId="765442391d65c39a" providerId="LiveId" clId="{AD403976-A7C0-4C75-AA9D-6F93FECD3E33}" dt="2026-01-09T09:00:14.118" v="260" actId="21"/>
        <pc:sldMkLst>
          <pc:docMk/>
          <pc:sldMk cId="494231864" sldId="638"/>
        </pc:sldMkLst>
        <pc:spChg chg="mod">
          <ac:chgData name="shahjad israil" userId="765442391d65c39a" providerId="LiveId" clId="{AD403976-A7C0-4C75-AA9D-6F93FECD3E33}" dt="2026-01-09T08:01:36.369" v="196" actId="2711"/>
          <ac:spMkLst>
            <pc:docMk/>
            <pc:sldMk cId="494231864" sldId="638"/>
            <ac:spMk id="2" creationId="{7FEE1B99-B51C-4A5A-108B-8445DFED19F8}"/>
          </ac:spMkLst>
        </pc:spChg>
        <pc:spChg chg="mod">
          <ac:chgData name="shahjad israil" userId="765442391d65c39a" providerId="LiveId" clId="{AD403976-A7C0-4C75-AA9D-6F93FECD3E33}" dt="2026-01-09T09:00:14.118" v="260" actId="21"/>
          <ac:spMkLst>
            <pc:docMk/>
            <pc:sldMk cId="494231864" sldId="638"/>
            <ac:spMk id="5" creationId="{00000000-0000-0000-0000-000000000000}"/>
          </ac:spMkLst>
        </pc:spChg>
        <pc:spChg chg="del">
          <ac:chgData name="shahjad israil" userId="765442391d65c39a" providerId="LiveId" clId="{AD403976-A7C0-4C75-AA9D-6F93FECD3E33}" dt="2026-01-09T08:01:20.968" v="191" actId="478"/>
          <ac:spMkLst>
            <pc:docMk/>
            <pc:sldMk cId="494231864" sldId="638"/>
            <ac:spMk id="12" creationId="{00000000-0000-0000-0000-000000000000}"/>
          </ac:spMkLst>
        </pc:spChg>
        <pc:spChg chg="add del mod">
          <ac:chgData name="shahjad israil" userId="765442391d65c39a" providerId="LiveId" clId="{AD403976-A7C0-4C75-AA9D-6F93FECD3E33}" dt="2026-01-09T08:01:18.384" v="190" actId="478"/>
          <ac:spMkLst>
            <pc:docMk/>
            <pc:sldMk cId="494231864" sldId="638"/>
            <ac:spMk id="13" creationId="{3715684A-7773-A6E9-CD57-ABDC303F9A07}"/>
          </ac:spMkLst>
        </pc:spChg>
        <pc:picChg chg="add del">
          <ac:chgData name="shahjad israil" userId="765442391d65c39a" providerId="LiveId" clId="{AD403976-A7C0-4C75-AA9D-6F93FECD3E33}" dt="2026-01-09T08:01:18.384" v="190" actId="478"/>
          <ac:picMkLst>
            <pc:docMk/>
            <pc:sldMk cId="494231864" sldId="638"/>
            <ac:picMk id="4" creationId="{00000000-0000-0000-0000-000000000000}"/>
          </ac:picMkLst>
        </pc:picChg>
        <pc:picChg chg="del">
          <ac:chgData name="shahjad israil" userId="765442391d65c39a" providerId="LiveId" clId="{AD403976-A7C0-4C75-AA9D-6F93FECD3E33}" dt="2026-01-09T08:01:12.061" v="187" actId="478"/>
          <ac:picMkLst>
            <pc:docMk/>
            <pc:sldMk cId="494231864" sldId="638"/>
            <ac:picMk id="11" creationId="{00000000-0000-0000-0000-000000000000}"/>
          </ac:picMkLst>
        </pc:picChg>
        <pc:picChg chg="del">
          <ac:chgData name="shahjad israil" userId="765442391d65c39a" providerId="LiveId" clId="{AD403976-A7C0-4C75-AA9D-6F93FECD3E33}" dt="2026-01-09T08:01:13.985" v="188" actId="478"/>
          <ac:picMkLst>
            <pc:docMk/>
            <pc:sldMk cId="494231864" sldId="638"/>
            <ac:picMk id="14" creationId="{00000000-0000-0000-0000-000000000000}"/>
          </ac:picMkLst>
        </pc:picChg>
      </pc:sldChg>
      <pc:sldChg chg="del">
        <pc:chgData name="shahjad israil" userId="765442391d65c39a" providerId="LiveId" clId="{AD403976-A7C0-4C75-AA9D-6F93FECD3E33}" dt="2026-01-09T08:02:37.275" v="206" actId="2696"/>
        <pc:sldMkLst>
          <pc:docMk/>
          <pc:sldMk cId="1443480996" sldId="639"/>
        </pc:sldMkLst>
      </pc:sldChg>
      <pc:sldChg chg="del">
        <pc:chgData name="shahjad israil" userId="765442391d65c39a" providerId="LiveId" clId="{AD403976-A7C0-4C75-AA9D-6F93FECD3E33}" dt="2026-01-09T08:02:46.535" v="208" actId="2696"/>
        <pc:sldMkLst>
          <pc:docMk/>
          <pc:sldMk cId="2453889673" sldId="641"/>
        </pc:sldMkLst>
      </pc:sldChg>
      <pc:sldChg chg="del">
        <pc:chgData name="shahjad israil" userId="765442391d65c39a" providerId="LiveId" clId="{AD403976-A7C0-4C75-AA9D-6F93FECD3E33}" dt="2026-01-09T08:02:49.572" v="209" actId="2696"/>
        <pc:sldMkLst>
          <pc:docMk/>
          <pc:sldMk cId="2151287866" sldId="642"/>
        </pc:sldMkLst>
      </pc:sldChg>
      <pc:sldChg chg="del">
        <pc:chgData name="shahjad israil" userId="765442391d65c39a" providerId="LiveId" clId="{AD403976-A7C0-4C75-AA9D-6F93FECD3E33}" dt="2026-01-09T08:03:01.873" v="213" actId="2696"/>
        <pc:sldMkLst>
          <pc:docMk/>
          <pc:sldMk cId="2097618524" sldId="646"/>
        </pc:sldMkLst>
      </pc:sldChg>
      <pc:sldChg chg="del">
        <pc:chgData name="shahjad israil" userId="765442391d65c39a" providerId="LiveId" clId="{AD403976-A7C0-4C75-AA9D-6F93FECD3E33}" dt="2026-01-09T07:58:47.876" v="162" actId="2696"/>
        <pc:sldMkLst>
          <pc:docMk/>
          <pc:sldMk cId="3426733942" sldId="669"/>
        </pc:sldMkLst>
      </pc:sldChg>
      <pc:sldChg chg="del">
        <pc:chgData name="shahjad israil" userId="765442391d65c39a" providerId="LiveId" clId="{AD403976-A7C0-4C75-AA9D-6F93FECD3E33}" dt="2026-01-09T08:02:43.117" v="207" actId="2696"/>
        <pc:sldMkLst>
          <pc:docMk/>
          <pc:sldMk cId="2707199500" sldId="670"/>
        </pc:sldMkLst>
      </pc:sldChg>
      <pc:sldChg chg="del">
        <pc:chgData name="shahjad israil" userId="765442391d65c39a" providerId="LiveId" clId="{AD403976-A7C0-4C75-AA9D-6F93FECD3E33}" dt="2026-01-09T08:02:55.421" v="211" actId="2696"/>
        <pc:sldMkLst>
          <pc:docMk/>
          <pc:sldMk cId="320323767" sldId="671"/>
        </pc:sldMkLst>
      </pc:sldChg>
      <pc:sldChg chg="del">
        <pc:chgData name="shahjad israil" userId="765442391d65c39a" providerId="LiveId" clId="{AD403976-A7C0-4C75-AA9D-6F93FECD3E33}" dt="2026-01-09T08:02:58.540" v="212" actId="2696"/>
        <pc:sldMkLst>
          <pc:docMk/>
          <pc:sldMk cId="2920318139" sldId="672"/>
        </pc:sldMkLst>
      </pc:sldChg>
      <pc:sldChg chg="del">
        <pc:chgData name="shahjad israil" userId="765442391d65c39a" providerId="LiveId" clId="{AD403976-A7C0-4C75-AA9D-6F93FECD3E33}" dt="2026-01-09T09:31:49.315" v="696" actId="2696"/>
        <pc:sldMkLst>
          <pc:docMk/>
          <pc:sldMk cId="248759871" sldId="1085"/>
        </pc:sldMkLst>
      </pc:sldChg>
      <pc:sldChg chg="addSp modSp mod">
        <pc:chgData name="shahjad israil" userId="765442391d65c39a" providerId="LiveId" clId="{AD403976-A7C0-4C75-AA9D-6F93FECD3E33}" dt="2026-01-09T07:58:14.512" v="160" actId="20577"/>
        <pc:sldMkLst>
          <pc:docMk/>
          <pc:sldMk cId="2321308559" sldId="1087"/>
        </pc:sldMkLst>
        <pc:spChg chg="add">
          <ac:chgData name="shahjad israil" userId="765442391d65c39a" providerId="LiveId" clId="{AD403976-A7C0-4C75-AA9D-6F93FECD3E33}" dt="2026-01-09T07:57:32.616" v="153"/>
          <ac:spMkLst>
            <pc:docMk/>
            <pc:sldMk cId="2321308559" sldId="1087"/>
            <ac:spMk id="6" creationId="{C4F76241-05C1-B9EF-E955-6804B0FBD97D}"/>
          </ac:spMkLst>
        </pc:spChg>
        <pc:spChg chg="add">
          <ac:chgData name="shahjad israil" userId="765442391d65c39a" providerId="LiveId" clId="{AD403976-A7C0-4C75-AA9D-6F93FECD3E33}" dt="2026-01-09T07:57:47.073" v="154"/>
          <ac:spMkLst>
            <pc:docMk/>
            <pc:sldMk cId="2321308559" sldId="1087"/>
            <ac:spMk id="8" creationId="{2E18F5F7-4E40-4F1B-704E-D1D244B9C3C7}"/>
          </ac:spMkLst>
        </pc:spChg>
        <pc:spChg chg="mod">
          <ac:chgData name="shahjad israil" userId="765442391d65c39a" providerId="LiveId" clId="{AD403976-A7C0-4C75-AA9D-6F93FECD3E33}" dt="2026-01-09T07:58:14.512" v="160" actId="20577"/>
          <ac:spMkLst>
            <pc:docMk/>
            <pc:sldMk cId="2321308559" sldId="1087"/>
            <ac:spMk id="11" creationId="{2320F266-4551-103D-BEBE-8069E9E5376F}"/>
          </ac:spMkLst>
        </pc:spChg>
      </pc:sldChg>
      <pc:sldChg chg="del">
        <pc:chgData name="shahjad israil" userId="765442391d65c39a" providerId="LiveId" clId="{AD403976-A7C0-4C75-AA9D-6F93FECD3E33}" dt="2026-01-09T07:58:47.876" v="162" actId="2696"/>
        <pc:sldMkLst>
          <pc:docMk/>
          <pc:sldMk cId="3089882945" sldId="1088"/>
        </pc:sldMkLst>
      </pc:sldChg>
      <pc:sldChg chg="del">
        <pc:chgData name="shahjad israil" userId="765442391d65c39a" providerId="LiveId" clId="{AD403976-A7C0-4C75-AA9D-6F93FECD3E33}" dt="2026-01-09T07:58:47.876" v="162" actId="2696"/>
        <pc:sldMkLst>
          <pc:docMk/>
          <pc:sldMk cId="4011350543" sldId="1089"/>
        </pc:sldMkLst>
      </pc:sldChg>
      <pc:sldChg chg="del">
        <pc:chgData name="shahjad israil" userId="765442391d65c39a" providerId="LiveId" clId="{AD403976-A7C0-4C75-AA9D-6F93FECD3E33}" dt="2026-01-09T07:58:47.876" v="162" actId="2696"/>
        <pc:sldMkLst>
          <pc:docMk/>
          <pc:sldMk cId="3250026728" sldId="1090"/>
        </pc:sldMkLst>
      </pc:sldChg>
      <pc:sldChg chg="del">
        <pc:chgData name="shahjad israil" userId="765442391d65c39a" providerId="LiveId" clId="{AD403976-A7C0-4C75-AA9D-6F93FECD3E33}" dt="2026-01-09T07:58:47.876" v="162" actId="2696"/>
        <pc:sldMkLst>
          <pc:docMk/>
          <pc:sldMk cId="2233695919" sldId="1091"/>
        </pc:sldMkLst>
      </pc:sldChg>
      <pc:sldChg chg="del">
        <pc:chgData name="shahjad israil" userId="765442391d65c39a" providerId="LiveId" clId="{AD403976-A7C0-4C75-AA9D-6F93FECD3E33}" dt="2026-01-09T07:58:47.876" v="162" actId="2696"/>
        <pc:sldMkLst>
          <pc:docMk/>
          <pc:sldMk cId="1989369924" sldId="1092"/>
        </pc:sldMkLst>
      </pc:sldChg>
      <pc:sldChg chg="del">
        <pc:chgData name="shahjad israil" userId="765442391d65c39a" providerId="LiveId" clId="{AD403976-A7C0-4C75-AA9D-6F93FECD3E33}" dt="2026-01-09T07:58:47.876" v="162" actId="2696"/>
        <pc:sldMkLst>
          <pc:docMk/>
          <pc:sldMk cId="1793113681" sldId="1093"/>
        </pc:sldMkLst>
      </pc:sldChg>
      <pc:sldChg chg="del">
        <pc:chgData name="shahjad israil" userId="765442391d65c39a" providerId="LiveId" clId="{AD403976-A7C0-4C75-AA9D-6F93FECD3E33}" dt="2026-01-09T07:58:47.876" v="162" actId="2696"/>
        <pc:sldMkLst>
          <pc:docMk/>
          <pc:sldMk cId="1485101255" sldId="1094"/>
        </pc:sldMkLst>
      </pc:sldChg>
      <pc:sldChg chg="modSp mod modAnim">
        <pc:chgData name="shahjad israil" userId="765442391d65c39a" providerId="LiveId" clId="{AD403976-A7C0-4C75-AA9D-6F93FECD3E33}" dt="2026-01-09T09:07:08.989" v="346" actId="20577"/>
        <pc:sldMkLst>
          <pc:docMk/>
          <pc:sldMk cId="1441867479" sldId="1095"/>
        </pc:sldMkLst>
        <pc:spChg chg="mod">
          <ac:chgData name="shahjad israil" userId="765442391d65c39a" providerId="LiveId" clId="{AD403976-A7C0-4C75-AA9D-6F93FECD3E33}" dt="2026-01-09T09:06:45.672" v="342" actId="20577"/>
          <ac:spMkLst>
            <pc:docMk/>
            <pc:sldMk cId="1441867479" sldId="1095"/>
            <ac:spMk id="5" creationId="{333722E0-0296-454F-57B8-F18DFA667272}"/>
          </ac:spMkLst>
        </pc:spChg>
        <pc:spChg chg="mod">
          <ac:chgData name="shahjad israil" userId="765442391d65c39a" providerId="LiveId" clId="{AD403976-A7C0-4C75-AA9D-6F93FECD3E33}" dt="2026-01-09T09:07:08.989" v="346" actId="20577"/>
          <ac:spMkLst>
            <pc:docMk/>
            <pc:sldMk cId="1441867479" sldId="1095"/>
            <ac:spMk id="22" creationId="{5CAEE8BA-B950-98A2-70DB-34810288C4DC}"/>
          </ac:spMkLst>
        </pc:spChg>
      </pc:sldChg>
      <pc:sldChg chg="modSp mod modAnim">
        <pc:chgData name="shahjad israil" userId="765442391d65c39a" providerId="LiveId" clId="{AD403976-A7C0-4C75-AA9D-6F93FECD3E33}" dt="2026-01-09T09:08:06.015" v="356" actId="123"/>
        <pc:sldMkLst>
          <pc:docMk/>
          <pc:sldMk cId="4000835448" sldId="1096"/>
        </pc:sldMkLst>
        <pc:spChg chg="mod">
          <ac:chgData name="shahjad israil" userId="765442391d65c39a" providerId="LiveId" clId="{AD403976-A7C0-4C75-AA9D-6F93FECD3E33}" dt="2026-01-09T09:07:41.162" v="349"/>
          <ac:spMkLst>
            <pc:docMk/>
            <pc:sldMk cId="4000835448" sldId="1096"/>
            <ac:spMk id="5" creationId="{B46F2069-9832-664B-4606-DA032400BA04}"/>
          </ac:spMkLst>
        </pc:spChg>
        <pc:spChg chg="mod">
          <ac:chgData name="shahjad israil" userId="765442391d65c39a" providerId="LiveId" clId="{AD403976-A7C0-4C75-AA9D-6F93FECD3E33}" dt="2026-01-09T09:08:06.015" v="356" actId="123"/>
          <ac:spMkLst>
            <pc:docMk/>
            <pc:sldMk cId="4000835448" sldId="1096"/>
            <ac:spMk id="22" creationId="{4771A9C1-140F-D8AA-78A1-BC4AB0A2375D}"/>
          </ac:spMkLst>
        </pc:spChg>
      </pc:sldChg>
      <pc:sldChg chg="modSp mod modAnim">
        <pc:chgData name="shahjad israil" userId="765442391d65c39a" providerId="LiveId" clId="{AD403976-A7C0-4C75-AA9D-6F93FECD3E33}" dt="2026-01-09T09:09:40.506" v="396" actId="255"/>
        <pc:sldMkLst>
          <pc:docMk/>
          <pc:sldMk cId="3417930387" sldId="1097"/>
        </pc:sldMkLst>
        <pc:spChg chg="mod">
          <ac:chgData name="shahjad israil" userId="765442391d65c39a" providerId="LiveId" clId="{AD403976-A7C0-4C75-AA9D-6F93FECD3E33}" dt="2026-01-09T09:08:41.354" v="359"/>
          <ac:spMkLst>
            <pc:docMk/>
            <pc:sldMk cId="3417930387" sldId="1097"/>
            <ac:spMk id="5" creationId="{06D15BDE-B824-D4BF-2B40-83FAEB23300B}"/>
          </ac:spMkLst>
        </pc:spChg>
        <pc:spChg chg="mod">
          <ac:chgData name="shahjad israil" userId="765442391d65c39a" providerId="LiveId" clId="{AD403976-A7C0-4C75-AA9D-6F93FECD3E33}" dt="2026-01-09T09:09:40.506" v="396" actId="255"/>
          <ac:spMkLst>
            <pc:docMk/>
            <pc:sldMk cId="3417930387" sldId="1097"/>
            <ac:spMk id="22" creationId="{E4E5A35F-905F-A555-FA50-244279858F37}"/>
          </ac:spMkLst>
        </pc:spChg>
      </pc:sldChg>
      <pc:sldChg chg="addSp modSp mod modAnim">
        <pc:chgData name="shahjad israil" userId="765442391d65c39a" providerId="LiveId" clId="{AD403976-A7C0-4C75-AA9D-6F93FECD3E33}" dt="2026-01-09T09:14:35.852" v="481" actId="14100"/>
        <pc:sldMkLst>
          <pc:docMk/>
          <pc:sldMk cId="1014888912" sldId="1098"/>
        </pc:sldMkLst>
        <pc:spChg chg="mod">
          <ac:chgData name="shahjad israil" userId="765442391d65c39a" providerId="LiveId" clId="{AD403976-A7C0-4C75-AA9D-6F93FECD3E33}" dt="2026-01-09T09:14:00.777" v="473" actId="20577"/>
          <ac:spMkLst>
            <pc:docMk/>
            <pc:sldMk cId="1014888912" sldId="1098"/>
            <ac:spMk id="5" creationId="{B94C6ED0-1CCB-0A59-467A-7AAB13268B19}"/>
          </ac:spMkLst>
        </pc:spChg>
        <pc:spChg chg="mod">
          <ac:chgData name="shahjad israil" userId="765442391d65c39a" providerId="LiveId" clId="{AD403976-A7C0-4C75-AA9D-6F93FECD3E33}" dt="2026-01-09T09:14:15.427" v="477" actId="2710"/>
          <ac:spMkLst>
            <pc:docMk/>
            <pc:sldMk cId="1014888912" sldId="1098"/>
            <ac:spMk id="22" creationId="{569B6CCB-6BAD-663E-11DE-0DF907E0AA1D}"/>
          </ac:spMkLst>
        </pc:spChg>
        <pc:picChg chg="add mod">
          <ac:chgData name="shahjad israil" userId="765442391d65c39a" providerId="LiveId" clId="{AD403976-A7C0-4C75-AA9D-6F93FECD3E33}" dt="2026-01-09T09:14:35.852" v="481" actId="14100"/>
          <ac:picMkLst>
            <pc:docMk/>
            <pc:sldMk cId="1014888912" sldId="1098"/>
            <ac:picMk id="5122" creationId="{CA3CE45F-1BB4-6273-6C1C-54F0C436CD99}"/>
          </ac:picMkLst>
        </pc:picChg>
      </pc:sldChg>
      <pc:sldChg chg="del">
        <pc:chgData name="shahjad israil" userId="765442391d65c39a" providerId="LiveId" clId="{AD403976-A7C0-4C75-AA9D-6F93FECD3E33}" dt="2026-01-09T09:20:29.924" v="575" actId="2696"/>
        <pc:sldMkLst>
          <pc:docMk/>
          <pc:sldMk cId="2823399657" sldId="1099"/>
        </pc:sldMkLst>
      </pc:sldChg>
      <pc:sldChg chg="addSp delSp modSp mod delAnim modAnim">
        <pc:chgData name="shahjad israil" userId="765442391d65c39a" providerId="LiveId" clId="{AD403976-A7C0-4C75-AA9D-6F93FECD3E33}" dt="2026-01-09T09:30:27.453" v="687" actId="255"/>
        <pc:sldMkLst>
          <pc:docMk/>
          <pc:sldMk cId="1463982695" sldId="1100"/>
        </pc:sldMkLst>
        <pc:spChg chg="mod">
          <ac:chgData name="shahjad israil" userId="765442391d65c39a" providerId="LiveId" clId="{AD403976-A7C0-4C75-AA9D-6F93FECD3E33}" dt="2026-01-09T09:29:21.149" v="674"/>
          <ac:spMkLst>
            <pc:docMk/>
            <pc:sldMk cId="1463982695" sldId="1100"/>
            <ac:spMk id="5" creationId="{77FB0955-8155-9AF2-6564-E700C5E6A680}"/>
          </ac:spMkLst>
        </pc:spChg>
        <pc:spChg chg="add mod">
          <ac:chgData name="shahjad israil" userId="765442391d65c39a" providerId="LiveId" clId="{AD403976-A7C0-4C75-AA9D-6F93FECD3E33}" dt="2026-01-09T09:30:27.453" v="687" actId="255"/>
          <ac:spMkLst>
            <pc:docMk/>
            <pc:sldMk cId="1463982695" sldId="1100"/>
            <ac:spMk id="10" creationId="{58ACF705-E401-BC99-AC12-3039A13DD03C}"/>
          </ac:spMkLst>
        </pc:spChg>
        <pc:spChg chg="del mod">
          <ac:chgData name="shahjad israil" userId="765442391d65c39a" providerId="LiveId" clId="{AD403976-A7C0-4C75-AA9D-6F93FECD3E33}" dt="2026-01-09T09:22:26.165" v="604"/>
          <ac:spMkLst>
            <pc:docMk/>
            <pc:sldMk cId="1463982695" sldId="1100"/>
            <ac:spMk id="22" creationId="{708857B7-693B-A727-A2BD-2F8B1F38C6AD}"/>
          </ac:spMkLst>
        </pc:spChg>
        <pc:picChg chg="del">
          <ac:chgData name="shahjad israil" userId="765442391d65c39a" providerId="LiveId" clId="{AD403976-A7C0-4C75-AA9D-6F93FECD3E33}" dt="2026-01-09T09:22:27.761" v="605" actId="478"/>
          <ac:picMkLst>
            <pc:docMk/>
            <pc:sldMk cId="1463982695" sldId="1100"/>
            <ac:picMk id="2" creationId="{6406BD43-5A44-3946-950C-2F646F7F2C9E}"/>
          </ac:picMkLst>
        </pc:picChg>
        <pc:picChg chg="del">
          <ac:chgData name="shahjad israil" userId="765442391d65c39a" providerId="LiveId" clId="{AD403976-A7C0-4C75-AA9D-6F93FECD3E33}" dt="2026-01-09T09:22:26.157" v="602" actId="478"/>
          <ac:picMkLst>
            <pc:docMk/>
            <pc:sldMk cId="1463982695" sldId="1100"/>
            <ac:picMk id="6" creationId="{70DF442E-DE95-EA22-78BA-0E3347C61A7B}"/>
          </ac:picMkLst>
        </pc:picChg>
      </pc:sldChg>
      <pc:sldChg chg="del">
        <pc:chgData name="shahjad israil" userId="765442391d65c39a" providerId="LiveId" clId="{AD403976-A7C0-4C75-AA9D-6F93FECD3E33}" dt="2026-01-09T09:31:49.315" v="696" actId="2696"/>
        <pc:sldMkLst>
          <pc:docMk/>
          <pc:sldMk cId="3807823010" sldId="1101"/>
        </pc:sldMkLst>
      </pc:sldChg>
      <pc:sldChg chg="modSp mod modAnim">
        <pc:chgData name="shahjad israil" userId="765442391d65c39a" providerId="LiveId" clId="{AD403976-A7C0-4C75-AA9D-6F93FECD3E33}" dt="2026-01-09T09:22:19.414" v="600" actId="11"/>
        <pc:sldMkLst>
          <pc:docMk/>
          <pc:sldMk cId="86759489" sldId="1102"/>
        </pc:sldMkLst>
        <pc:spChg chg="mod">
          <ac:chgData name="shahjad israil" userId="765442391d65c39a" providerId="LiveId" clId="{AD403976-A7C0-4C75-AA9D-6F93FECD3E33}" dt="2026-01-09T09:20:48.966" v="580"/>
          <ac:spMkLst>
            <pc:docMk/>
            <pc:sldMk cId="86759489" sldId="1102"/>
            <ac:spMk id="5" creationId="{EEB7EEF5-794D-653C-A1A5-84C57D9D703A}"/>
          </ac:spMkLst>
        </pc:spChg>
        <pc:spChg chg="mod">
          <ac:chgData name="shahjad israil" userId="765442391d65c39a" providerId="LiveId" clId="{AD403976-A7C0-4C75-AA9D-6F93FECD3E33}" dt="2026-01-09T09:22:19.414" v="600" actId="11"/>
          <ac:spMkLst>
            <pc:docMk/>
            <pc:sldMk cId="86759489" sldId="1102"/>
            <ac:spMk id="22" creationId="{20989BB5-3C86-C005-FFC8-ED9EE5FDEB2B}"/>
          </ac:spMkLst>
        </pc:spChg>
      </pc:sldChg>
      <pc:sldChg chg="modSp mod modAnim">
        <pc:chgData name="shahjad israil" userId="765442391d65c39a" providerId="LiveId" clId="{AD403976-A7C0-4C75-AA9D-6F93FECD3E33}" dt="2026-01-09T09:31:05.825" v="695" actId="2710"/>
        <pc:sldMkLst>
          <pc:docMk/>
          <pc:sldMk cId="1147341094" sldId="1103"/>
        </pc:sldMkLst>
        <pc:spChg chg="mod">
          <ac:chgData name="shahjad israil" userId="765442391d65c39a" providerId="LiveId" clId="{AD403976-A7C0-4C75-AA9D-6F93FECD3E33}" dt="2026-01-09T09:30:52.075" v="690"/>
          <ac:spMkLst>
            <pc:docMk/>
            <pc:sldMk cId="1147341094" sldId="1103"/>
            <ac:spMk id="5" creationId="{D70150CD-D86E-AAD4-7748-AADAF33A565A}"/>
          </ac:spMkLst>
        </pc:spChg>
        <pc:spChg chg="mod">
          <ac:chgData name="shahjad israil" userId="765442391d65c39a" providerId="LiveId" clId="{AD403976-A7C0-4C75-AA9D-6F93FECD3E33}" dt="2026-01-09T09:31:05.825" v="695" actId="2710"/>
          <ac:spMkLst>
            <pc:docMk/>
            <pc:sldMk cId="1147341094" sldId="1103"/>
            <ac:spMk id="22" creationId="{A563C841-6CD3-1F0C-0305-2A09598B39C9}"/>
          </ac:spMkLst>
        </pc:spChg>
      </pc:sldChg>
      <pc:sldChg chg="del">
        <pc:chgData name="shahjad israil" userId="765442391d65c39a" providerId="LiveId" clId="{AD403976-A7C0-4C75-AA9D-6F93FECD3E33}" dt="2026-01-09T09:31:49.315" v="696" actId="2696"/>
        <pc:sldMkLst>
          <pc:docMk/>
          <pc:sldMk cId="378140278" sldId="1104"/>
        </pc:sldMkLst>
      </pc:sldChg>
      <pc:sldChg chg="del">
        <pc:chgData name="shahjad israil" userId="765442391d65c39a" providerId="LiveId" clId="{AD403976-A7C0-4C75-AA9D-6F93FECD3E33}" dt="2026-01-09T09:31:49.315" v="696" actId="2696"/>
        <pc:sldMkLst>
          <pc:docMk/>
          <pc:sldMk cId="3054740457" sldId="1105"/>
        </pc:sldMkLst>
      </pc:sldChg>
      <pc:sldChg chg="del">
        <pc:chgData name="shahjad israil" userId="765442391d65c39a" providerId="LiveId" clId="{AD403976-A7C0-4C75-AA9D-6F93FECD3E33}" dt="2026-01-09T09:31:49.315" v="696" actId="2696"/>
        <pc:sldMkLst>
          <pc:docMk/>
          <pc:sldMk cId="178425295" sldId="1107"/>
        </pc:sldMkLst>
      </pc:sldChg>
      <pc:sldChg chg="del">
        <pc:chgData name="shahjad israil" userId="765442391d65c39a" providerId="LiveId" clId="{AD403976-A7C0-4C75-AA9D-6F93FECD3E33}" dt="2026-01-09T09:31:49.315" v="696" actId="2696"/>
        <pc:sldMkLst>
          <pc:docMk/>
          <pc:sldMk cId="4229174491" sldId="1108"/>
        </pc:sldMkLst>
      </pc:sldChg>
      <pc:sldChg chg="del">
        <pc:chgData name="shahjad israil" userId="765442391d65c39a" providerId="LiveId" clId="{AD403976-A7C0-4C75-AA9D-6F93FECD3E33}" dt="2026-01-09T09:31:49.315" v="696" actId="2696"/>
        <pc:sldMkLst>
          <pc:docMk/>
          <pc:sldMk cId="2319885853" sldId="1109"/>
        </pc:sldMkLst>
      </pc:sldChg>
      <pc:sldChg chg="del">
        <pc:chgData name="shahjad israil" userId="765442391d65c39a" providerId="LiveId" clId="{AD403976-A7C0-4C75-AA9D-6F93FECD3E33}" dt="2026-01-09T09:31:49.315" v="696" actId="2696"/>
        <pc:sldMkLst>
          <pc:docMk/>
          <pc:sldMk cId="3219311758" sldId="1110"/>
        </pc:sldMkLst>
      </pc:sldChg>
      <pc:sldChg chg="del">
        <pc:chgData name="shahjad israil" userId="765442391d65c39a" providerId="LiveId" clId="{AD403976-A7C0-4C75-AA9D-6F93FECD3E33}" dt="2026-01-09T09:31:49.315" v="696" actId="2696"/>
        <pc:sldMkLst>
          <pc:docMk/>
          <pc:sldMk cId="3405592784" sldId="1111"/>
        </pc:sldMkLst>
      </pc:sldChg>
      <pc:sldChg chg="del">
        <pc:chgData name="shahjad israil" userId="765442391d65c39a" providerId="LiveId" clId="{AD403976-A7C0-4C75-AA9D-6F93FECD3E33}" dt="2026-01-09T09:31:49.315" v="696" actId="2696"/>
        <pc:sldMkLst>
          <pc:docMk/>
          <pc:sldMk cId="2544213226" sldId="1112"/>
        </pc:sldMkLst>
      </pc:sldChg>
      <pc:sldChg chg="del">
        <pc:chgData name="shahjad israil" userId="765442391d65c39a" providerId="LiveId" clId="{AD403976-A7C0-4C75-AA9D-6F93FECD3E33}" dt="2026-01-09T09:31:49.315" v="696" actId="2696"/>
        <pc:sldMkLst>
          <pc:docMk/>
          <pc:sldMk cId="2514016914" sldId="1113"/>
        </pc:sldMkLst>
      </pc:sldChg>
      <pc:sldChg chg="del">
        <pc:chgData name="shahjad israil" userId="765442391d65c39a" providerId="LiveId" clId="{AD403976-A7C0-4C75-AA9D-6F93FECD3E33}" dt="2026-01-09T09:31:49.315" v="696" actId="2696"/>
        <pc:sldMkLst>
          <pc:docMk/>
          <pc:sldMk cId="3939611755" sldId="1114"/>
        </pc:sldMkLst>
      </pc:sldChg>
      <pc:sldChg chg="del">
        <pc:chgData name="shahjad israil" userId="765442391d65c39a" providerId="LiveId" clId="{AD403976-A7C0-4C75-AA9D-6F93FECD3E33}" dt="2026-01-09T09:31:49.315" v="696" actId="2696"/>
        <pc:sldMkLst>
          <pc:docMk/>
          <pc:sldMk cId="3777327925" sldId="1115"/>
        </pc:sldMkLst>
      </pc:sldChg>
      <pc:sldChg chg="del">
        <pc:chgData name="shahjad israil" userId="765442391d65c39a" providerId="LiveId" clId="{AD403976-A7C0-4C75-AA9D-6F93FECD3E33}" dt="2026-01-09T07:58:23.564" v="161" actId="2696"/>
        <pc:sldMkLst>
          <pc:docMk/>
          <pc:sldMk cId="873314120" sldId="1116"/>
        </pc:sldMkLst>
      </pc:sldChg>
      <pc:sldChg chg="del">
        <pc:chgData name="shahjad israil" userId="765442391d65c39a" providerId="LiveId" clId="{AD403976-A7C0-4C75-AA9D-6F93FECD3E33}" dt="2026-01-09T09:31:49.315" v="696" actId="2696"/>
        <pc:sldMkLst>
          <pc:docMk/>
          <pc:sldMk cId="1098356169" sldId="1118"/>
        </pc:sldMkLst>
      </pc:sldChg>
      <pc:sldChg chg="del">
        <pc:chgData name="shahjad israil" userId="765442391d65c39a" providerId="LiveId" clId="{AD403976-A7C0-4C75-AA9D-6F93FECD3E33}" dt="2026-01-09T09:31:49.315" v="696" actId="2696"/>
        <pc:sldMkLst>
          <pc:docMk/>
          <pc:sldMk cId="854666791" sldId="1119"/>
        </pc:sldMkLst>
      </pc:sldChg>
      <pc:sldChg chg="modSp add mod">
        <pc:chgData name="shahjad israil" userId="765442391d65c39a" providerId="LiveId" clId="{AD403976-A7C0-4C75-AA9D-6F93FECD3E33}" dt="2026-01-09T07:02:22.405" v="119" actId="20577"/>
        <pc:sldMkLst>
          <pc:docMk/>
          <pc:sldMk cId="3282854665" sldId="1120"/>
        </pc:sldMkLst>
        <pc:spChg chg="mod">
          <ac:chgData name="shahjad israil" userId="765442391d65c39a" providerId="LiveId" clId="{AD403976-A7C0-4C75-AA9D-6F93FECD3E33}" dt="2026-01-09T07:01:21.235" v="107" actId="20577"/>
          <ac:spMkLst>
            <pc:docMk/>
            <pc:sldMk cId="3282854665" sldId="1120"/>
            <ac:spMk id="5" creationId="{6AAFFDB5-904F-7E38-ACA1-C1B38C352576}"/>
          </ac:spMkLst>
        </pc:spChg>
        <pc:spChg chg="mod">
          <ac:chgData name="shahjad israil" userId="765442391d65c39a" providerId="LiveId" clId="{AD403976-A7C0-4C75-AA9D-6F93FECD3E33}" dt="2026-01-09T07:02:22.405" v="119" actId="20577"/>
          <ac:spMkLst>
            <pc:docMk/>
            <pc:sldMk cId="3282854665" sldId="1120"/>
            <ac:spMk id="11" creationId="{74E96D05-F65A-E909-4AB9-32CE347BCB8B}"/>
          </ac:spMkLst>
        </pc:spChg>
      </pc:sldChg>
      <pc:sldChg chg="modSp add mod">
        <pc:chgData name="shahjad israil" userId="765442391d65c39a" providerId="LiveId" clId="{AD403976-A7C0-4C75-AA9D-6F93FECD3E33}" dt="2026-01-09T07:05:23.440" v="150" actId="20577"/>
        <pc:sldMkLst>
          <pc:docMk/>
          <pc:sldMk cId="4146979630" sldId="1121"/>
        </pc:sldMkLst>
        <pc:spChg chg="mod">
          <ac:chgData name="shahjad israil" userId="765442391d65c39a" providerId="LiveId" clId="{AD403976-A7C0-4C75-AA9D-6F93FECD3E33}" dt="2026-01-09T07:05:23.440" v="150" actId="20577"/>
          <ac:spMkLst>
            <pc:docMk/>
            <pc:sldMk cId="4146979630" sldId="1121"/>
            <ac:spMk id="11" creationId="{E2CBCDEB-2537-5792-07B9-A8BF01DCF9E9}"/>
          </ac:spMkLst>
        </pc:spChg>
      </pc:sldChg>
      <pc:sldChg chg="modSp add mod">
        <pc:chgData name="shahjad israil" userId="765442391d65c39a" providerId="LiveId" clId="{AD403976-A7C0-4C75-AA9D-6F93FECD3E33}" dt="2026-01-09T08:00:55.421" v="186" actId="12"/>
        <pc:sldMkLst>
          <pc:docMk/>
          <pc:sldMk cId="2793360783" sldId="1122"/>
        </pc:sldMkLst>
        <pc:spChg chg="mod">
          <ac:chgData name="shahjad israil" userId="765442391d65c39a" providerId="LiveId" clId="{AD403976-A7C0-4C75-AA9D-6F93FECD3E33}" dt="2026-01-09T07:59:49.206" v="168" actId="2711"/>
          <ac:spMkLst>
            <pc:docMk/>
            <pc:sldMk cId="2793360783" sldId="1122"/>
            <ac:spMk id="5" creationId="{ADDAC0CB-859E-0248-42B8-B37742758A4C}"/>
          </ac:spMkLst>
        </pc:spChg>
        <pc:spChg chg="mod">
          <ac:chgData name="shahjad israil" userId="765442391d65c39a" providerId="LiveId" clId="{AD403976-A7C0-4C75-AA9D-6F93FECD3E33}" dt="2026-01-09T08:00:55.421" v="186" actId="12"/>
          <ac:spMkLst>
            <pc:docMk/>
            <pc:sldMk cId="2793360783" sldId="1122"/>
            <ac:spMk id="11" creationId="{7695296B-1D38-B200-2176-B452073F97A1}"/>
          </ac:spMkLst>
        </pc:spChg>
      </pc:sldChg>
      <pc:sldChg chg="modSp add mod">
        <pc:chgData name="shahjad israil" userId="765442391d65c39a" providerId="LiveId" clId="{AD403976-A7C0-4C75-AA9D-6F93FECD3E33}" dt="2026-01-09T09:00:32.904" v="263" actId="255"/>
        <pc:sldMkLst>
          <pc:docMk/>
          <pc:sldMk cId="3028487010" sldId="1123"/>
        </pc:sldMkLst>
        <pc:spChg chg="mod">
          <ac:chgData name="shahjad israil" userId="765442391d65c39a" providerId="LiveId" clId="{AD403976-A7C0-4C75-AA9D-6F93FECD3E33}" dt="2026-01-09T09:00:32.904" v="263" actId="255"/>
          <ac:spMkLst>
            <pc:docMk/>
            <pc:sldMk cId="3028487010" sldId="1123"/>
            <ac:spMk id="5" creationId="{2E767FA8-6D29-6708-2FE2-6CF5E4231B87}"/>
          </ac:spMkLst>
        </pc:spChg>
      </pc:sldChg>
      <pc:sldChg chg="addSp modSp add mod">
        <pc:chgData name="shahjad israil" userId="765442391d65c39a" providerId="LiveId" clId="{AD403976-A7C0-4C75-AA9D-6F93FECD3E33}" dt="2026-01-09T09:06:28.832" v="332" actId="1076"/>
        <pc:sldMkLst>
          <pc:docMk/>
          <pc:sldMk cId="2389618538" sldId="1124"/>
        </pc:sldMkLst>
        <pc:spChg chg="mod">
          <ac:chgData name="shahjad israil" userId="765442391d65c39a" providerId="LiveId" clId="{AD403976-A7C0-4C75-AA9D-6F93FECD3E33}" dt="2026-01-09T09:05:17.497" v="316" actId="20577"/>
          <ac:spMkLst>
            <pc:docMk/>
            <pc:sldMk cId="2389618538" sldId="1124"/>
            <ac:spMk id="2" creationId="{21EA122E-8108-C598-C23E-4BB10CC09E5F}"/>
          </ac:spMkLst>
        </pc:spChg>
        <pc:spChg chg="mod">
          <ac:chgData name="shahjad israil" userId="765442391d65c39a" providerId="LiveId" clId="{AD403976-A7C0-4C75-AA9D-6F93FECD3E33}" dt="2026-01-09T09:06:23.078" v="331" actId="21"/>
          <ac:spMkLst>
            <pc:docMk/>
            <pc:sldMk cId="2389618538" sldId="1124"/>
            <ac:spMk id="5" creationId="{FFCB8D84-1A99-5648-6F3E-7E903B01A87A}"/>
          </ac:spMkLst>
        </pc:spChg>
        <pc:picChg chg="add mod">
          <ac:chgData name="shahjad israil" userId="765442391d65c39a" providerId="LiveId" clId="{AD403976-A7C0-4C75-AA9D-6F93FECD3E33}" dt="2026-01-09T09:06:28.832" v="332" actId="1076"/>
          <ac:picMkLst>
            <pc:docMk/>
            <pc:sldMk cId="2389618538" sldId="1124"/>
            <ac:picMk id="8" creationId="{C35C31A1-7DC9-43A1-BC59-3BE2C978EA69}"/>
          </ac:picMkLst>
        </pc:picChg>
        <pc:picChg chg="add mod">
          <ac:chgData name="shahjad israil" userId="765442391d65c39a" providerId="LiveId" clId="{AD403976-A7C0-4C75-AA9D-6F93FECD3E33}" dt="2026-01-09T09:06:12.481" v="327" actId="14100"/>
          <ac:picMkLst>
            <pc:docMk/>
            <pc:sldMk cId="2389618538" sldId="1124"/>
            <ac:picMk id="3074" creationId="{43FE1953-C28C-98CE-33FA-F5E6524CE291}"/>
          </ac:picMkLst>
        </pc:picChg>
        <pc:picChg chg="add">
          <ac:chgData name="shahjad israil" userId="765442391d65c39a" providerId="LiveId" clId="{AD403976-A7C0-4C75-AA9D-6F93FECD3E33}" dt="2026-01-09T09:06:14.028" v="328"/>
          <ac:picMkLst>
            <pc:docMk/>
            <pc:sldMk cId="2389618538" sldId="1124"/>
            <ac:picMk id="3076" creationId="{F7A626F5-4064-9983-FFC0-5267BE5FBF20}"/>
          </ac:picMkLst>
        </pc:picChg>
      </pc:sldChg>
      <pc:sldChg chg="addSp delSp modSp add mod delAnim modAnim">
        <pc:chgData name="shahjad israil" userId="765442391d65c39a" providerId="LiveId" clId="{AD403976-A7C0-4C75-AA9D-6F93FECD3E33}" dt="2026-01-09T09:12:46.226" v="448" actId="15"/>
        <pc:sldMkLst>
          <pc:docMk/>
          <pc:sldMk cId="968585501" sldId="1125"/>
        </pc:sldMkLst>
        <pc:spChg chg="mod">
          <ac:chgData name="shahjad israil" userId="765442391d65c39a" providerId="LiveId" clId="{AD403976-A7C0-4C75-AA9D-6F93FECD3E33}" dt="2026-01-09T09:10:58.744" v="426" actId="20577"/>
          <ac:spMkLst>
            <pc:docMk/>
            <pc:sldMk cId="968585501" sldId="1125"/>
            <ac:spMk id="5" creationId="{CB3B1B46-3933-1CBA-3BCC-C599E3E32F28}"/>
          </ac:spMkLst>
        </pc:spChg>
        <pc:spChg chg="add mod">
          <ac:chgData name="shahjad israil" userId="765442391d65c39a" providerId="LiveId" clId="{AD403976-A7C0-4C75-AA9D-6F93FECD3E33}" dt="2026-01-09T09:12:46.226" v="448" actId="15"/>
          <ac:spMkLst>
            <pc:docMk/>
            <pc:sldMk cId="968585501" sldId="1125"/>
            <ac:spMk id="8" creationId="{329050D0-7EFE-12DC-3A45-82538E255870}"/>
          </ac:spMkLst>
        </pc:spChg>
        <pc:spChg chg="del mod">
          <ac:chgData name="shahjad israil" userId="765442391d65c39a" providerId="LiveId" clId="{AD403976-A7C0-4C75-AA9D-6F93FECD3E33}" dt="2026-01-09T09:11:02.160" v="428"/>
          <ac:spMkLst>
            <pc:docMk/>
            <pc:sldMk cId="968585501" sldId="1125"/>
            <ac:spMk id="22" creationId="{6AC87B67-2F3F-CEA9-9BB8-FA2B57AF640E}"/>
          </ac:spMkLst>
        </pc:spChg>
        <pc:picChg chg="add mod">
          <ac:chgData name="shahjad israil" userId="765442391d65c39a" providerId="LiveId" clId="{AD403976-A7C0-4C75-AA9D-6F93FECD3E33}" dt="2026-01-09T09:11:17.941" v="433" actId="1076"/>
          <ac:picMkLst>
            <pc:docMk/>
            <pc:sldMk cId="968585501" sldId="1125"/>
            <ac:picMk id="2" creationId="{EBB4F063-FE98-9483-41B7-7A2A4826DE93}"/>
          </ac:picMkLst>
        </pc:picChg>
        <pc:picChg chg="add">
          <ac:chgData name="shahjad israil" userId="765442391d65c39a" providerId="LiveId" clId="{AD403976-A7C0-4C75-AA9D-6F93FECD3E33}" dt="2026-01-09T09:10:02.191" v="398"/>
          <ac:picMkLst>
            <pc:docMk/>
            <pc:sldMk cId="968585501" sldId="1125"/>
            <ac:picMk id="4098" creationId="{4EAD04F4-98B1-C1B3-1F15-63823D476269}"/>
          </ac:picMkLst>
        </pc:picChg>
      </pc:sldChg>
      <pc:sldChg chg="addSp delSp modSp add mod">
        <pc:chgData name="shahjad israil" userId="765442391d65c39a" providerId="LiveId" clId="{AD403976-A7C0-4C75-AA9D-6F93FECD3E33}" dt="2026-01-09T09:13:27.173" v="456" actId="255"/>
        <pc:sldMkLst>
          <pc:docMk/>
          <pc:sldMk cId="1378229854" sldId="1126"/>
        </pc:sldMkLst>
        <pc:spChg chg="add del">
          <ac:chgData name="shahjad israil" userId="765442391d65c39a" providerId="LiveId" clId="{AD403976-A7C0-4C75-AA9D-6F93FECD3E33}" dt="2026-01-09T09:12:07.450" v="439" actId="478"/>
          <ac:spMkLst>
            <pc:docMk/>
            <pc:sldMk cId="1378229854" sldId="1126"/>
            <ac:spMk id="3" creationId="{86964B49-1CF2-E2DD-B4AB-FF32A3E05545}"/>
          </ac:spMkLst>
        </pc:spChg>
        <pc:spChg chg="add del">
          <ac:chgData name="shahjad israil" userId="765442391d65c39a" providerId="LiveId" clId="{AD403976-A7C0-4C75-AA9D-6F93FECD3E33}" dt="2026-01-09T09:12:07.450" v="439" actId="478"/>
          <ac:spMkLst>
            <pc:docMk/>
            <pc:sldMk cId="1378229854" sldId="1126"/>
            <ac:spMk id="5" creationId="{959B7C2F-9577-5ED8-A423-BE06109DA4FE}"/>
          </ac:spMkLst>
        </pc:spChg>
        <pc:spChg chg="add mod">
          <ac:chgData name="shahjad israil" userId="765442391d65c39a" providerId="LiveId" clId="{AD403976-A7C0-4C75-AA9D-6F93FECD3E33}" dt="2026-01-09T09:12:05.982" v="438" actId="478"/>
          <ac:spMkLst>
            <pc:docMk/>
            <pc:sldMk cId="1378229854" sldId="1126"/>
            <ac:spMk id="6" creationId="{7BE3B9DF-6926-ADCD-70AA-E38506B2F168}"/>
          </ac:spMkLst>
        </pc:spChg>
        <pc:spChg chg="add del mod">
          <ac:chgData name="shahjad israil" userId="765442391d65c39a" providerId="LiveId" clId="{AD403976-A7C0-4C75-AA9D-6F93FECD3E33}" dt="2026-01-09T09:12:21.117" v="443" actId="478"/>
          <ac:spMkLst>
            <pc:docMk/>
            <pc:sldMk cId="1378229854" sldId="1126"/>
            <ac:spMk id="8" creationId="{262FF14B-A588-F0B5-AA81-B3B9B20A4759}"/>
          </ac:spMkLst>
        </pc:spChg>
        <pc:spChg chg="add mod">
          <ac:chgData name="shahjad israil" userId="765442391d65c39a" providerId="LiveId" clId="{AD403976-A7C0-4C75-AA9D-6F93FECD3E33}" dt="2026-01-09T09:13:27.173" v="456" actId="255"/>
          <ac:spMkLst>
            <pc:docMk/>
            <pc:sldMk cId="1378229854" sldId="1126"/>
            <ac:spMk id="11" creationId="{04617F43-F673-964E-675F-9D137AF2BEE9}"/>
          </ac:spMkLst>
        </pc:spChg>
        <pc:picChg chg="add del">
          <ac:chgData name="shahjad israil" userId="765442391d65c39a" providerId="LiveId" clId="{AD403976-A7C0-4C75-AA9D-6F93FECD3E33}" dt="2026-01-09T09:12:10.653" v="440" actId="478"/>
          <ac:picMkLst>
            <pc:docMk/>
            <pc:sldMk cId="1378229854" sldId="1126"/>
            <ac:picMk id="2" creationId="{F3EAB5B4-8B04-ACA7-FFA7-48AE0FF7F153}"/>
          </ac:picMkLst>
        </pc:picChg>
        <pc:picChg chg="add del">
          <ac:chgData name="shahjad israil" userId="765442391d65c39a" providerId="LiveId" clId="{AD403976-A7C0-4C75-AA9D-6F93FECD3E33}" dt="2026-01-09T09:12:07.450" v="439" actId="478"/>
          <ac:picMkLst>
            <pc:docMk/>
            <pc:sldMk cId="1378229854" sldId="1126"/>
            <ac:picMk id="4" creationId="{C6A49D33-007F-B693-7294-FF72A2E7225C}"/>
          </ac:picMkLst>
        </pc:picChg>
        <pc:picChg chg="add del">
          <ac:chgData name="shahjad israil" userId="765442391d65c39a" providerId="LiveId" clId="{AD403976-A7C0-4C75-AA9D-6F93FECD3E33}" dt="2026-01-09T09:12:07.450" v="439" actId="478"/>
          <ac:picMkLst>
            <pc:docMk/>
            <pc:sldMk cId="1378229854" sldId="1126"/>
            <ac:picMk id="9" creationId="{3F5F4FB3-008D-5180-DD8A-61DF47D73C64}"/>
          </ac:picMkLst>
        </pc:picChg>
        <pc:cxnChg chg="add del">
          <ac:chgData name="shahjad israil" userId="765442391d65c39a" providerId="LiveId" clId="{AD403976-A7C0-4C75-AA9D-6F93FECD3E33}" dt="2026-01-09T09:12:07.450" v="439" actId="478"/>
          <ac:cxnSpMkLst>
            <pc:docMk/>
            <pc:sldMk cId="1378229854" sldId="1126"/>
            <ac:cxnSpMk id="7" creationId="{DCA987A5-9AC2-AF7B-E3B8-76AD21E1F9B2}"/>
          </ac:cxnSpMkLst>
        </pc:cxnChg>
      </pc:sldChg>
      <pc:sldChg chg="delSp modSp add modAnim">
        <pc:chgData name="shahjad israil" userId="765442391d65c39a" providerId="LiveId" clId="{AD403976-A7C0-4C75-AA9D-6F93FECD3E33}" dt="2026-01-09T09:16:16.121" v="497" actId="255"/>
        <pc:sldMkLst>
          <pc:docMk/>
          <pc:sldMk cId="993924815" sldId="1127"/>
        </pc:sldMkLst>
        <pc:spChg chg="mod">
          <ac:chgData name="shahjad israil" userId="765442391d65c39a" providerId="LiveId" clId="{AD403976-A7C0-4C75-AA9D-6F93FECD3E33}" dt="2026-01-09T09:16:16.121" v="497" actId="255"/>
          <ac:spMkLst>
            <pc:docMk/>
            <pc:sldMk cId="993924815" sldId="1127"/>
            <ac:spMk id="22" creationId="{25619821-80B2-F1E2-AA87-B48487996A2D}"/>
          </ac:spMkLst>
        </pc:spChg>
        <pc:picChg chg="del">
          <ac:chgData name="shahjad israil" userId="765442391d65c39a" providerId="LiveId" clId="{AD403976-A7C0-4C75-AA9D-6F93FECD3E33}" dt="2026-01-09T09:14:58.143" v="483" actId="478"/>
          <ac:picMkLst>
            <pc:docMk/>
            <pc:sldMk cId="993924815" sldId="1127"/>
            <ac:picMk id="5122" creationId="{640A806E-4B0E-6948-ECD2-2BB1A8EDA953}"/>
          </ac:picMkLst>
        </pc:picChg>
      </pc:sldChg>
      <pc:sldChg chg="delSp modSp add mod">
        <pc:chgData name="shahjad israil" userId="765442391d65c39a" providerId="LiveId" clId="{AD403976-A7C0-4C75-AA9D-6F93FECD3E33}" dt="2026-01-09T09:20:02.888" v="574" actId="15"/>
        <pc:sldMkLst>
          <pc:docMk/>
          <pc:sldMk cId="962506392" sldId="1128"/>
        </pc:sldMkLst>
        <pc:spChg chg="mod">
          <ac:chgData name="shahjad israil" userId="765442391d65c39a" providerId="LiveId" clId="{AD403976-A7C0-4C75-AA9D-6F93FECD3E33}" dt="2026-01-09T09:18:38.213" v="539" actId="20577"/>
          <ac:spMkLst>
            <pc:docMk/>
            <pc:sldMk cId="962506392" sldId="1128"/>
            <ac:spMk id="2" creationId="{65D201E0-0E66-3809-810A-36652D10EAB9}"/>
          </ac:spMkLst>
        </pc:spChg>
        <pc:spChg chg="mod">
          <ac:chgData name="shahjad israil" userId="765442391d65c39a" providerId="LiveId" clId="{AD403976-A7C0-4C75-AA9D-6F93FECD3E33}" dt="2026-01-09T09:20:02.888" v="574" actId="15"/>
          <ac:spMkLst>
            <pc:docMk/>
            <pc:sldMk cId="962506392" sldId="1128"/>
            <ac:spMk id="11" creationId="{01E0BA7B-60FD-046C-03DC-C12057E53D2A}"/>
          </ac:spMkLst>
        </pc:spChg>
        <pc:picChg chg="del">
          <ac:chgData name="shahjad israil" userId="765442391d65c39a" providerId="LiveId" clId="{AD403976-A7C0-4C75-AA9D-6F93FECD3E33}" dt="2026-01-09T09:18:31.369" v="536" actId="478"/>
          <ac:picMkLst>
            <pc:docMk/>
            <pc:sldMk cId="962506392" sldId="1128"/>
            <ac:picMk id="12" creationId="{A4A6CDA4-32C9-3A9E-4E65-264EC6349297}"/>
          </ac:picMkLst>
        </pc:picChg>
      </pc:sldChg>
      <pc:sldChg chg="modSp add mod modAnim">
        <pc:chgData name="shahjad israil" userId="765442391d65c39a" providerId="LiveId" clId="{AD403976-A7C0-4C75-AA9D-6F93FECD3E33}" dt="2026-01-09T09:23:20.306" v="622" actId="20577"/>
        <pc:sldMkLst>
          <pc:docMk/>
          <pc:sldMk cId="2811411796" sldId="1129"/>
        </pc:sldMkLst>
        <pc:spChg chg="mod">
          <ac:chgData name="shahjad israil" userId="765442391d65c39a" providerId="LiveId" clId="{AD403976-A7C0-4C75-AA9D-6F93FECD3E33}" dt="2026-01-09T09:23:20.306" v="622" actId="20577"/>
          <ac:spMkLst>
            <pc:docMk/>
            <pc:sldMk cId="2811411796" sldId="1129"/>
            <ac:spMk id="5" creationId="{8469018A-480F-E032-E91A-2109EE2B6F95}"/>
          </ac:spMkLst>
        </pc:spChg>
        <pc:spChg chg="mod">
          <ac:chgData name="shahjad israil" userId="765442391d65c39a" providerId="LiveId" clId="{AD403976-A7C0-4C75-AA9D-6F93FECD3E33}" dt="2026-01-09T09:23:14.270" v="620" actId="114"/>
          <ac:spMkLst>
            <pc:docMk/>
            <pc:sldMk cId="2811411796" sldId="1129"/>
            <ac:spMk id="22" creationId="{257709CE-8D12-5A7B-D7D9-CCEF3276403D}"/>
          </ac:spMkLst>
        </pc:spChg>
      </pc:sldChg>
      <pc:sldChg chg="modSp add mod modAnim">
        <pc:chgData name="shahjad israil" userId="765442391d65c39a" providerId="LiveId" clId="{AD403976-A7C0-4C75-AA9D-6F93FECD3E33}" dt="2026-01-09T09:24:36.492" v="631" actId="11"/>
        <pc:sldMkLst>
          <pc:docMk/>
          <pc:sldMk cId="2633343507" sldId="1130"/>
        </pc:sldMkLst>
        <pc:spChg chg="mod">
          <ac:chgData name="shahjad israil" userId="765442391d65c39a" providerId="LiveId" clId="{AD403976-A7C0-4C75-AA9D-6F93FECD3E33}" dt="2026-01-09T09:24:15.016" v="626"/>
          <ac:spMkLst>
            <pc:docMk/>
            <pc:sldMk cId="2633343507" sldId="1130"/>
            <ac:spMk id="5" creationId="{35D3A2A8-74DB-696B-1004-AD64AFD3BD1A}"/>
          </ac:spMkLst>
        </pc:spChg>
        <pc:spChg chg="mod">
          <ac:chgData name="shahjad israil" userId="765442391d65c39a" providerId="LiveId" clId="{AD403976-A7C0-4C75-AA9D-6F93FECD3E33}" dt="2026-01-09T09:24:36.492" v="631" actId="11"/>
          <ac:spMkLst>
            <pc:docMk/>
            <pc:sldMk cId="2633343507" sldId="1130"/>
            <ac:spMk id="22" creationId="{7F7C4BA2-C1DD-23E3-6C6F-2C56DA8E247E}"/>
          </ac:spMkLst>
        </pc:spChg>
      </pc:sldChg>
      <pc:sldChg chg="addSp delSp modSp add mod">
        <pc:chgData name="shahjad israil" userId="765442391d65c39a" providerId="LiveId" clId="{AD403976-A7C0-4C75-AA9D-6F93FECD3E33}" dt="2026-01-09T09:26:49.139" v="653" actId="20577"/>
        <pc:sldMkLst>
          <pc:docMk/>
          <pc:sldMk cId="2091678279" sldId="1131"/>
        </pc:sldMkLst>
        <pc:spChg chg="mod">
          <ac:chgData name="shahjad israil" userId="765442391d65c39a" providerId="LiveId" clId="{AD403976-A7C0-4C75-AA9D-6F93FECD3E33}" dt="2026-01-09T09:26:49.139" v="653" actId="20577"/>
          <ac:spMkLst>
            <pc:docMk/>
            <pc:sldMk cId="2091678279" sldId="1131"/>
            <ac:spMk id="2" creationId="{31289D88-1661-5B1A-229C-827F44CE0DD2}"/>
          </ac:spMkLst>
        </pc:spChg>
        <pc:spChg chg="del mod">
          <ac:chgData name="shahjad israil" userId="765442391d65c39a" providerId="LiveId" clId="{AD403976-A7C0-4C75-AA9D-6F93FECD3E33}" dt="2026-01-09T09:25:32.883" v="639"/>
          <ac:spMkLst>
            <pc:docMk/>
            <pc:sldMk cId="2091678279" sldId="1131"/>
            <ac:spMk id="11" creationId="{0CD0B81A-38CF-CC37-075D-D40276C014CD}"/>
          </ac:spMkLst>
        </pc:spChg>
        <pc:graphicFrameChg chg="add mod">
          <ac:chgData name="shahjad israil" userId="765442391d65c39a" providerId="LiveId" clId="{AD403976-A7C0-4C75-AA9D-6F93FECD3E33}" dt="2026-01-09T09:25:07.167" v="633"/>
          <ac:graphicFrameMkLst>
            <pc:docMk/>
            <pc:sldMk cId="2091678279" sldId="1131"/>
            <ac:graphicFrameMk id="5" creationId="{C04BB56E-DAF6-0230-D6B9-0BA91792C8EC}"/>
          </ac:graphicFrameMkLst>
        </pc:graphicFrameChg>
        <pc:graphicFrameChg chg="add mod modGraphic">
          <ac:chgData name="shahjad israil" userId="765442391d65c39a" providerId="LiveId" clId="{AD403976-A7C0-4C75-AA9D-6F93FECD3E33}" dt="2026-01-09T09:26:17.485" v="647" actId="114"/>
          <ac:graphicFrameMkLst>
            <pc:docMk/>
            <pc:sldMk cId="2091678279" sldId="1131"/>
            <ac:graphicFrameMk id="8" creationId="{692C7D3B-B6D4-4DA9-C385-95AADC602DF3}"/>
          </ac:graphicFrameMkLst>
        </pc:graphicFrameChg>
        <pc:picChg chg="mod">
          <ac:chgData name="shahjad israil" userId="765442391d65c39a" providerId="LiveId" clId="{AD403976-A7C0-4C75-AA9D-6F93FECD3E33}" dt="2026-01-09T09:26:42.810" v="652" actId="1076"/>
          <ac:picMkLst>
            <pc:docMk/>
            <pc:sldMk cId="2091678279" sldId="1131"/>
            <ac:picMk id="4" creationId="{BCC9A836-9C67-E2A1-4C3F-FAA109343053}"/>
          </ac:picMkLst>
        </pc:picChg>
      </pc:sldChg>
      <pc:sldChg chg="addSp delSp modSp add mod">
        <pc:chgData name="shahjad israil" userId="765442391d65c39a" providerId="LiveId" clId="{AD403976-A7C0-4C75-AA9D-6F93FECD3E33}" dt="2026-01-09T09:28:45.574" v="671" actId="15"/>
        <pc:sldMkLst>
          <pc:docMk/>
          <pc:sldMk cId="2058368886" sldId="1132"/>
        </pc:sldMkLst>
        <pc:spChg chg="mod">
          <ac:chgData name="shahjad israil" userId="765442391d65c39a" providerId="LiveId" clId="{AD403976-A7C0-4C75-AA9D-6F93FECD3E33}" dt="2026-01-09T09:27:58.462" v="659" actId="20577"/>
          <ac:spMkLst>
            <pc:docMk/>
            <pc:sldMk cId="2058368886" sldId="1132"/>
            <ac:spMk id="2" creationId="{5D1E428C-2AA5-F58E-0FAE-A0B28834C718}"/>
          </ac:spMkLst>
        </pc:spChg>
        <pc:spChg chg="add mod">
          <ac:chgData name="shahjad israil" userId="765442391d65c39a" providerId="LiveId" clId="{AD403976-A7C0-4C75-AA9D-6F93FECD3E33}" dt="2026-01-09T09:28:45.574" v="671" actId="15"/>
          <ac:spMkLst>
            <pc:docMk/>
            <pc:sldMk cId="2058368886" sldId="1132"/>
            <ac:spMk id="11" creationId="{8BEDFC3F-971B-815D-29D0-631D64F169AC}"/>
          </ac:spMkLst>
        </pc:spChg>
        <pc:graphicFrameChg chg="del">
          <ac:chgData name="shahjad israil" userId="765442391d65c39a" providerId="LiveId" clId="{AD403976-A7C0-4C75-AA9D-6F93FECD3E33}" dt="2026-01-09T09:27:34.754" v="655" actId="478"/>
          <ac:graphicFrameMkLst>
            <pc:docMk/>
            <pc:sldMk cId="2058368886" sldId="1132"/>
            <ac:graphicFrameMk id="8" creationId="{48DFF231-0225-4CDF-70D4-2F6595B5E814}"/>
          </ac:graphicFrameMkLst>
        </pc:graphicFrameChg>
      </pc:sldChg>
      <pc:sldChg chg="add">
        <pc:chgData name="shahjad israil" userId="765442391d65c39a" providerId="LiveId" clId="{AD403976-A7C0-4C75-AA9D-6F93FECD3E33}" dt="2026-01-10T08:41:28.484" v="732" actId="2890"/>
        <pc:sldMkLst>
          <pc:docMk/>
          <pc:sldMk cId="1918434389" sldId="113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10-01-2026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2209498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83ACF-9009-0467-7EEB-762F1C1E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778F16-3315-C795-EA17-78CEEA7CC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E6D3D-CA7C-35C2-E987-3911FA805D06}"/>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4CBC279E-02F2-33D9-73FE-4588FCDE7C62}"/>
              </a:ext>
            </a:extLst>
          </p:cNvPr>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698674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2CE11-ED13-858F-600C-C68330FC8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3972E-AE76-9974-3318-639CE01B01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F2F984-23F7-5AC0-39FF-2550C25F8BDF}"/>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232DC00C-F705-B894-F751-48D7C7245784}"/>
              </a:ext>
            </a:extLst>
          </p:cNvPr>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3668596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8D7F4-2568-4AC8-DCD3-1FDE91223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EA7FB4-CCDD-2A8D-D68F-9059237DD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BCB658-1F7B-856D-16A3-02FA1545459E}"/>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F7D473BC-1ADD-EAAD-199D-37E1B91310D1}"/>
              </a:ext>
            </a:extLst>
          </p:cNvPr>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1049861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83AAB-7BDC-9991-D973-192E6B9650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FFCD4D-6887-11E6-3DDD-46451FA680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21CDC-57A2-509A-F34A-EA18691CD9B6}"/>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1CCA67B9-9961-49E4-2499-F4C25D87A4BB}"/>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3968448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02C35-A8D5-6787-B573-B5F117F6D2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29A72-8BF2-9968-0263-766EE9D56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E54E2-08FB-5E2D-303A-08DB20C626A4}"/>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E9E69EBF-7A0E-E33B-1C06-2140E83C0227}"/>
              </a:ext>
            </a:extLst>
          </p:cNvPr>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845780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4063845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0BBA4-0E22-73AD-DB74-EAB7A592BF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944D5-67EA-977D-18C9-4ADD92353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2C5ED-24B5-37A0-3E8D-69C41F2625C6}"/>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081745FB-8CFD-2D3F-ACE5-D812CF5BD848}"/>
              </a:ext>
            </a:extLst>
          </p:cNvPr>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997757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227131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39516492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B6742-FEED-8BF5-7346-A89A9F9FB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6B50C5-5746-0099-A902-34A1CF9D18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3C98EA-6982-EDCD-240A-D312F7211E9F}"/>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3C87F7BC-6430-9845-7BC7-EE7F9B15D540}"/>
              </a:ext>
            </a:extLst>
          </p:cNvPr>
          <p:cNvSpPr>
            <a:spLocks noGrp="1"/>
          </p:cNvSpPr>
          <p:nvPr>
            <p:ph type="sldNum" sz="quarter" idx="5"/>
          </p:nvPr>
        </p:nvSpPr>
        <p:spPr/>
        <p:txBody>
          <a:bodyPr/>
          <a:lstStyle/>
          <a:p>
            <a:fld id="{DAB949B3-C4AB-4FB2-8B24-B07A558BD59F}" type="slidenum">
              <a:rPr lang="en-IN" smtClean="0"/>
              <a:t>12</a:t>
            </a:fld>
            <a:endParaRPr lang="en-IN"/>
          </a:p>
        </p:txBody>
      </p:sp>
    </p:spTree>
    <p:extLst>
      <p:ext uri="{BB962C8B-B14F-4D97-AF65-F5344CB8AC3E}">
        <p14:creationId xmlns:p14="http://schemas.microsoft.com/office/powerpoint/2010/main" val="16431135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C113A-1DD5-086A-A9A4-C83E47DB5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0B67C-B512-E37C-975D-92EA314AF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07A242-7C0E-5906-49CA-2BB7512402A7}"/>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5EC81D9E-5EAC-3C18-CD7D-0D4A727F9B31}"/>
              </a:ext>
            </a:extLst>
          </p:cNvPr>
          <p:cNvSpPr>
            <a:spLocks noGrp="1"/>
          </p:cNvSpPr>
          <p:nvPr>
            <p:ph type="sldNum" sz="quarter" idx="5"/>
          </p:nvPr>
        </p:nvSpPr>
        <p:spPr/>
        <p:txBody>
          <a:bodyPr/>
          <a:lstStyle/>
          <a:p>
            <a:fld id="{DAB949B3-C4AB-4FB2-8B24-B07A558BD59F}" type="slidenum">
              <a:rPr lang="en-IN" smtClean="0"/>
              <a:t>13</a:t>
            </a:fld>
            <a:endParaRPr lang="en-IN"/>
          </a:p>
        </p:txBody>
      </p:sp>
    </p:spTree>
    <p:extLst>
      <p:ext uri="{BB962C8B-B14F-4D97-AF65-F5344CB8AC3E}">
        <p14:creationId xmlns:p14="http://schemas.microsoft.com/office/powerpoint/2010/main" val="1586652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2610B-0781-291B-0985-3978309415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769EBB-2330-E464-AE05-899184DA7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FA2EC2-B020-CB6B-7FB7-954C83EC6D55}"/>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761894C7-6B5B-0D24-7A65-3E25E380569A}"/>
              </a:ext>
            </a:extLst>
          </p:cNvPr>
          <p:cNvSpPr>
            <a:spLocks noGrp="1"/>
          </p:cNvSpPr>
          <p:nvPr>
            <p:ph type="sldNum" sz="quarter" idx="5"/>
          </p:nvPr>
        </p:nvSpPr>
        <p:spPr/>
        <p:txBody>
          <a:bodyPr/>
          <a:lstStyle/>
          <a:p>
            <a:fld id="{DAB949B3-C4AB-4FB2-8B24-B07A558BD59F}" type="slidenum">
              <a:rPr lang="en-IN" smtClean="0"/>
              <a:t>14</a:t>
            </a:fld>
            <a:endParaRPr lang="en-IN"/>
          </a:p>
        </p:txBody>
      </p:sp>
    </p:spTree>
    <p:extLst>
      <p:ext uri="{BB962C8B-B14F-4D97-AF65-F5344CB8AC3E}">
        <p14:creationId xmlns:p14="http://schemas.microsoft.com/office/powerpoint/2010/main" val="29982904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CCEEB-03F3-88FB-2C43-A8AFDA0797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4F4DB0-1C76-C952-844F-8C212821B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E058E-A1C1-8896-C80D-97DB77DA670F}"/>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68769052-DBEE-97BE-2FAF-449CA9AD1A8C}"/>
              </a:ext>
            </a:extLst>
          </p:cNvPr>
          <p:cNvSpPr>
            <a:spLocks noGrp="1"/>
          </p:cNvSpPr>
          <p:nvPr>
            <p:ph type="sldNum" sz="quarter" idx="5"/>
          </p:nvPr>
        </p:nvSpPr>
        <p:spPr/>
        <p:txBody>
          <a:bodyPr/>
          <a:lstStyle/>
          <a:p>
            <a:fld id="{DAB949B3-C4AB-4FB2-8B24-B07A558BD59F}" type="slidenum">
              <a:rPr lang="en-IN" smtClean="0"/>
              <a:t>15</a:t>
            </a:fld>
            <a:endParaRPr lang="en-IN"/>
          </a:p>
        </p:txBody>
      </p:sp>
    </p:spTree>
    <p:extLst>
      <p:ext uri="{BB962C8B-B14F-4D97-AF65-F5344CB8AC3E}">
        <p14:creationId xmlns:p14="http://schemas.microsoft.com/office/powerpoint/2010/main" val="1171536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37133-1219-9FD5-3A4B-BE0822C79D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B50B1-8666-5209-7080-6F818877EB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12FB5-DDEA-D714-1E89-34EEC7CC7468}"/>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8E528314-75E9-5B30-116F-E6D7B8EB2509}"/>
              </a:ext>
            </a:extLst>
          </p:cNvPr>
          <p:cNvSpPr>
            <a:spLocks noGrp="1"/>
          </p:cNvSpPr>
          <p:nvPr>
            <p:ph type="sldNum" sz="quarter" idx="5"/>
          </p:nvPr>
        </p:nvSpPr>
        <p:spPr/>
        <p:txBody>
          <a:bodyPr/>
          <a:lstStyle/>
          <a:p>
            <a:fld id="{DAB949B3-C4AB-4FB2-8B24-B07A558BD59F}" type="slidenum">
              <a:rPr lang="en-IN" smtClean="0"/>
              <a:t>16</a:t>
            </a:fld>
            <a:endParaRPr lang="en-IN"/>
          </a:p>
        </p:txBody>
      </p:sp>
    </p:spTree>
    <p:extLst>
      <p:ext uri="{BB962C8B-B14F-4D97-AF65-F5344CB8AC3E}">
        <p14:creationId xmlns:p14="http://schemas.microsoft.com/office/powerpoint/2010/main" val="2312913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559FE-69B8-45E3-9A1F-E54144D12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54F88-6C14-7F59-1C5A-E4267F977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E50E7-35DF-CE1A-B4ED-25907347DC55}"/>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9FCABE8E-D544-05FE-AB8E-18CAE152D32F}"/>
              </a:ext>
            </a:extLst>
          </p:cNvPr>
          <p:cNvSpPr>
            <a:spLocks noGrp="1"/>
          </p:cNvSpPr>
          <p:nvPr>
            <p:ph type="sldNum" sz="quarter" idx="5"/>
          </p:nvPr>
        </p:nvSpPr>
        <p:spPr/>
        <p:txBody>
          <a:bodyPr/>
          <a:lstStyle/>
          <a:p>
            <a:fld id="{DAB949B3-C4AB-4FB2-8B24-B07A558BD59F}" type="slidenum">
              <a:rPr lang="en-IN" smtClean="0"/>
              <a:t>17</a:t>
            </a:fld>
            <a:endParaRPr lang="en-IN"/>
          </a:p>
        </p:txBody>
      </p:sp>
    </p:spTree>
    <p:extLst>
      <p:ext uri="{BB962C8B-B14F-4D97-AF65-F5344CB8AC3E}">
        <p14:creationId xmlns:p14="http://schemas.microsoft.com/office/powerpoint/2010/main" val="3857675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2731A-1C14-E244-FCB1-FA49DBABC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2687B-8EF5-BCAF-67C4-FAA1A21280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E9D32E-D9FC-782B-1F69-7615FDFA3906}"/>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63A43646-82C0-F1BC-49BB-536B4C951378}"/>
              </a:ext>
            </a:extLst>
          </p:cNvPr>
          <p:cNvSpPr>
            <a:spLocks noGrp="1"/>
          </p:cNvSpPr>
          <p:nvPr>
            <p:ph type="sldNum" sz="quarter" idx="5"/>
          </p:nvPr>
        </p:nvSpPr>
        <p:spPr/>
        <p:txBody>
          <a:bodyPr/>
          <a:lstStyle/>
          <a:p>
            <a:fld id="{DAB949B3-C4AB-4FB2-8B24-B07A558BD59F}" type="slidenum">
              <a:rPr lang="en-IN" smtClean="0"/>
              <a:t>18</a:t>
            </a:fld>
            <a:endParaRPr lang="en-IN"/>
          </a:p>
        </p:txBody>
      </p:sp>
    </p:spTree>
    <p:extLst>
      <p:ext uri="{BB962C8B-B14F-4D97-AF65-F5344CB8AC3E}">
        <p14:creationId xmlns:p14="http://schemas.microsoft.com/office/powerpoint/2010/main" val="4248123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4500F-A031-7F80-8882-3720A7AF0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8ABFEF-10BE-3DB7-0BF6-09BAC2FDBB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90940C-7E40-54EE-B80D-F17FB09A2FC0}"/>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28708C58-CEE2-5078-1E84-19CDE81CC083}"/>
              </a:ext>
            </a:extLst>
          </p:cNvPr>
          <p:cNvSpPr>
            <a:spLocks noGrp="1"/>
          </p:cNvSpPr>
          <p:nvPr>
            <p:ph type="sldNum" sz="quarter" idx="5"/>
          </p:nvPr>
        </p:nvSpPr>
        <p:spPr/>
        <p:txBody>
          <a:bodyPr/>
          <a:lstStyle/>
          <a:p>
            <a:fld id="{DAB949B3-C4AB-4FB2-8B24-B07A558BD59F}" type="slidenum">
              <a:rPr lang="en-IN" smtClean="0"/>
              <a:t>19</a:t>
            </a:fld>
            <a:endParaRPr lang="en-IN"/>
          </a:p>
        </p:txBody>
      </p:sp>
    </p:spTree>
    <p:extLst>
      <p:ext uri="{BB962C8B-B14F-4D97-AF65-F5344CB8AC3E}">
        <p14:creationId xmlns:p14="http://schemas.microsoft.com/office/powerpoint/2010/main" val="2284073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75CAF-BBD1-F61F-FB86-73D45FB2B1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686A1-6E0B-6572-E549-018A602C17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362453-430C-1A18-18DA-112F8F329B5A}"/>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3E9D7D0C-ECBD-0878-D0EF-145834A5D747}"/>
              </a:ext>
            </a:extLst>
          </p:cNvPr>
          <p:cNvSpPr>
            <a:spLocks noGrp="1"/>
          </p:cNvSpPr>
          <p:nvPr>
            <p:ph type="sldNum" sz="quarter" idx="5"/>
          </p:nvPr>
        </p:nvSpPr>
        <p:spPr/>
        <p:txBody>
          <a:bodyPr/>
          <a:lstStyle/>
          <a:p>
            <a:fld id="{DAB949B3-C4AB-4FB2-8B24-B07A558BD59F}" type="slidenum">
              <a:rPr lang="en-IN" smtClean="0"/>
              <a:t>20</a:t>
            </a:fld>
            <a:endParaRPr lang="en-IN"/>
          </a:p>
        </p:txBody>
      </p:sp>
    </p:spTree>
    <p:extLst>
      <p:ext uri="{BB962C8B-B14F-4D97-AF65-F5344CB8AC3E}">
        <p14:creationId xmlns:p14="http://schemas.microsoft.com/office/powerpoint/2010/main" val="30825664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21</a:t>
            </a:fld>
            <a:endParaRPr lang="en-IN"/>
          </a:p>
        </p:txBody>
      </p:sp>
    </p:spTree>
    <p:extLst>
      <p:ext uri="{BB962C8B-B14F-4D97-AF65-F5344CB8AC3E}">
        <p14:creationId xmlns:p14="http://schemas.microsoft.com/office/powerpoint/2010/main" val="30817806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BE01F-D7BB-08C3-6A93-51374F171B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13E0C-09E2-FC28-C01B-8DCAA838CA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570064-6455-C4C6-17EB-D4D96C66F3CA}"/>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E4F05906-9323-7EDB-232A-06CE927CE191}"/>
              </a:ext>
            </a:extLst>
          </p:cNvPr>
          <p:cNvSpPr>
            <a:spLocks noGrp="1"/>
          </p:cNvSpPr>
          <p:nvPr>
            <p:ph type="sldNum" sz="quarter" idx="5"/>
          </p:nvPr>
        </p:nvSpPr>
        <p:spPr/>
        <p:txBody>
          <a:bodyPr/>
          <a:lstStyle/>
          <a:p>
            <a:fld id="{DAB949B3-C4AB-4FB2-8B24-B07A558BD59F}" type="slidenum">
              <a:rPr lang="en-IN" smtClean="0"/>
              <a:t>22</a:t>
            </a:fld>
            <a:endParaRPr lang="en-IN"/>
          </a:p>
        </p:txBody>
      </p:sp>
    </p:spTree>
    <p:extLst>
      <p:ext uri="{BB962C8B-B14F-4D97-AF65-F5344CB8AC3E}">
        <p14:creationId xmlns:p14="http://schemas.microsoft.com/office/powerpoint/2010/main" val="17936271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F310C-74DD-2F79-D2E7-23232C6C2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F34D05-6064-FBAD-369C-D1239B158E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F549DD-CB23-827B-5DEE-11FE77FDCA32}"/>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988DDED5-EECE-1C7D-19FD-EC193A202F00}"/>
              </a:ext>
            </a:extLst>
          </p:cNvPr>
          <p:cNvSpPr>
            <a:spLocks noGrp="1"/>
          </p:cNvSpPr>
          <p:nvPr>
            <p:ph type="sldNum" sz="quarter" idx="5"/>
          </p:nvPr>
        </p:nvSpPr>
        <p:spPr/>
        <p:txBody>
          <a:bodyPr/>
          <a:lstStyle/>
          <a:p>
            <a:fld id="{DAB949B3-C4AB-4FB2-8B24-B07A558BD59F}" type="slidenum">
              <a:rPr lang="en-IN" smtClean="0"/>
              <a:t>23</a:t>
            </a:fld>
            <a:endParaRPr lang="en-IN"/>
          </a:p>
        </p:txBody>
      </p:sp>
    </p:spTree>
    <p:extLst>
      <p:ext uri="{BB962C8B-B14F-4D97-AF65-F5344CB8AC3E}">
        <p14:creationId xmlns:p14="http://schemas.microsoft.com/office/powerpoint/2010/main" val="710135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2A9F8-5D22-924E-07E8-5FC8F608F9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C7092-E171-C689-E90C-383800E6DE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827785-9D3B-A9E9-2720-325328379D9A}"/>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E7ABDB62-8B69-64BA-AF74-C0DCC5768A4C}"/>
              </a:ext>
            </a:extLst>
          </p:cNvPr>
          <p:cNvSpPr>
            <a:spLocks noGrp="1"/>
          </p:cNvSpPr>
          <p:nvPr>
            <p:ph type="sldNum" sz="quarter" idx="5"/>
          </p:nvPr>
        </p:nvSpPr>
        <p:spPr/>
        <p:txBody>
          <a:bodyPr/>
          <a:lstStyle/>
          <a:p>
            <a:fld id="{DAB949B3-C4AB-4FB2-8B24-B07A558BD59F}" type="slidenum">
              <a:rPr lang="en-IN" smtClean="0"/>
              <a:t>24</a:t>
            </a:fld>
            <a:endParaRPr lang="en-IN"/>
          </a:p>
        </p:txBody>
      </p:sp>
    </p:spTree>
    <p:extLst>
      <p:ext uri="{BB962C8B-B14F-4D97-AF65-F5344CB8AC3E}">
        <p14:creationId xmlns:p14="http://schemas.microsoft.com/office/powerpoint/2010/main" val="9540334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25E58-44B0-FCBD-AE84-FA31FFFD98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D2BC1-8CCF-5046-CAA9-70E26D6A1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D4EED6-17C3-4BEC-F247-651479F97663}"/>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07EA9FC5-7046-652A-BA3C-4C5E700E5DED}"/>
              </a:ext>
            </a:extLst>
          </p:cNvPr>
          <p:cNvSpPr>
            <a:spLocks noGrp="1"/>
          </p:cNvSpPr>
          <p:nvPr>
            <p:ph type="sldNum" sz="quarter" idx="5"/>
          </p:nvPr>
        </p:nvSpPr>
        <p:spPr/>
        <p:txBody>
          <a:bodyPr/>
          <a:lstStyle/>
          <a:p>
            <a:fld id="{DAB949B3-C4AB-4FB2-8B24-B07A558BD59F}" type="slidenum">
              <a:rPr lang="en-IN" smtClean="0"/>
              <a:t>25</a:t>
            </a:fld>
            <a:endParaRPr lang="en-IN"/>
          </a:p>
        </p:txBody>
      </p:sp>
    </p:spTree>
    <p:extLst>
      <p:ext uri="{BB962C8B-B14F-4D97-AF65-F5344CB8AC3E}">
        <p14:creationId xmlns:p14="http://schemas.microsoft.com/office/powerpoint/2010/main" val="9251427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73E33-EBEE-9845-81EB-0E6D79EBB6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EEB3A-BAC9-C29E-3485-F2F32A3EA9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2020B-2BB5-D634-8F16-E7692587E3BB}"/>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BCD21B48-0389-26F9-0BDF-693984E8BE31}"/>
              </a:ext>
            </a:extLst>
          </p:cNvPr>
          <p:cNvSpPr>
            <a:spLocks noGrp="1"/>
          </p:cNvSpPr>
          <p:nvPr>
            <p:ph type="sldNum" sz="quarter" idx="5"/>
          </p:nvPr>
        </p:nvSpPr>
        <p:spPr/>
        <p:txBody>
          <a:bodyPr/>
          <a:lstStyle/>
          <a:p>
            <a:fld id="{DAB949B3-C4AB-4FB2-8B24-B07A558BD59F}" type="slidenum">
              <a:rPr lang="en-IN" smtClean="0"/>
              <a:t>26</a:t>
            </a:fld>
            <a:endParaRPr lang="en-IN"/>
          </a:p>
        </p:txBody>
      </p:sp>
    </p:spTree>
    <p:extLst>
      <p:ext uri="{BB962C8B-B14F-4D97-AF65-F5344CB8AC3E}">
        <p14:creationId xmlns:p14="http://schemas.microsoft.com/office/powerpoint/2010/main" val="9261068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28CF-9258-EA42-D69A-82925D6C37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61C425-97EF-2AAA-AF08-86D563723F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C49D5E-BAE5-AB12-7A93-72C460F5BCDF}"/>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0AB821E4-86DD-A3D8-CDA3-7424011D79A5}"/>
              </a:ext>
            </a:extLst>
          </p:cNvPr>
          <p:cNvSpPr>
            <a:spLocks noGrp="1"/>
          </p:cNvSpPr>
          <p:nvPr>
            <p:ph type="sldNum" sz="quarter" idx="5"/>
          </p:nvPr>
        </p:nvSpPr>
        <p:spPr/>
        <p:txBody>
          <a:bodyPr/>
          <a:lstStyle/>
          <a:p>
            <a:fld id="{DAB949B3-C4AB-4FB2-8B24-B07A558BD59F}" type="slidenum">
              <a:rPr lang="en-IN" smtClean="0"/>
              <a:t>27</a:t>
            </a:fld>
            <a:endParaRPr lang="en-IN"/>
          </a:p>
        </p:txBody>
      </p:sp>
    </p:spTree>
    <p:extLst>
      <p:ext uri="{BB962C8B-B14F-4D97-AF65-F5344CB8AC3E}">
        <p14:creationId xmlns:p14="http://schemas.microsoft.com/office/powerpoint/2010/main" val="16025948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BE3A4-6AAF-51FF-33E5-1DF98FA91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9766D-C141-8E28-F391-89BB4D9DF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2FB830-6B34-0BAD-8D4D-B0B8F6F959C9}"/>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220C95FC-7B9D-B0F7-2538-A6254DF98D03}"/>
              </a:ext>
            </a:extLst>
          </p:cNvPr>
          <p:cNvSpPr>
            <a:spLocks noGrp="1"/>
          </p:cNvSpPr>
          <p:nvPr>
            <p:ph type="sldNum" sz="quarter" idx="5"/>
          </p:nvPr>
        </p:nvSpPr>
        <p:spPr/>
        <p:txBody>
          <a:bodyPr/>
          <a:lstStyle/>
          <a:p>
            <a:fld id="{DAB949B3-C4AB-4FB2-8B24-B07A558BD59F}" type="slidenum">
              <a:rPr lang="en-IN" smtClean="0"/>
              <a:t>28</a:t>
            </a:fld>
            <a:endParaRPr lang="en-IN"/>
          </a:p>
        </p:txBody>
      </p:sp>
    </p:spTree>
    <p:extLst>
      <p:ext uri="{BB962C8B-B14F-4D97-AF65-F5344CB8AC3E}">
        <p14:creationId xmlns:p14="http://schemas.microsoft.com/office/powerpoint/2010/main" val="29128236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29</a:t>
            </a:fld>
            <a:endParaRPr lang="en-IN"/>
          </a:p>
        </p:txBody>
      </p:sp>
    </p:spTree>
    <p:extLst>
      <p:ext uri="{BB962C8B-B14F-4D97-AF65-F5344CB8AC3E}">
        <p14:creationId xmlns:p14="http://schemas.microsoft.com/office/powerpoint/2010/main" val="1244199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A2FD48B-16F7-4473-84B2-49D0B66E0015}" type="datetime1">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1484223-9C8C-43B2-B49A-20E868B6B343}" type="datetime1">
              <a:rPr lang="en-IN" smtClean="0"/>
              <a:t>10-01-2026</a:t>
            </a:fld>
            <a:endParaRPr lang="en-IN"/>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6553200" y="6547448"/>
            <a:ext cx="2133600" cy="365125"/>
          </a:xfrm>
        </p:spPr>
        <p:txBody>
          <a:bodyPr/>
          <a:lstStyle>
            <a:lvl1pPr>
              <a:defRPr>
                <a:solidFill>
                  <a:schemeClr val="bg1"/>
                </a:solidFill>
              </a:defRPr>
            </a:lvl1pPr>
          </a:lstStyle>
          <a:p>
            <a:fld id="{C421C46D-3F04-4F73-BF36-E6D9DA5AE143}"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969B5F-5FBC-43D2-891B-89628BA3F8A7}" type="datetime1">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98CF38B-1ACF-4503-8174-05BA43B6EC2B}" type="datetime1">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58194B0-8EE7-49A2-9B5A-29032DE17300}" type="datetime1">
              <a:rPr lang="en-IN" smtClean="0"/>
              <a:t>10-01-2026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EF59B89-5C70-49C2-B578-2A21A41F02DE}" type="datetime1">
              <a:rPr lang="en-IN" smtClean="0"/>
              <a:t>10-01-2026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1C35D6-3A21-4AEE-BC7D-B8B09D79119A}" type="datetime1">
              <a:rPr lang="en-IN" smtClean="0"/>
              <a:t>10-01-2026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lvl1pPr>
              <a:defRPr>
                <a:solidFill>
                  <a:schemeClr val="bg1"/>
                </a:solidFill>
              </a:defRPr>
            </a:lvl1pPr>
          </a:lstStyle>
          <a:p>
            <a:fld id="{C421C46D-3F04-4F73-BF36-E6D9DA5AE143}"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259E46-D9EA-4C32-A283-6CB70F856EA3}" type="datetime1">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49DC05-BEC4-43D3-8B0F-3EE3BE61E8A0}" type="datetime1">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50CE64C-F895-48BC-AF2F-D75E8E8AFC16}" type="datetime1">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753FD9-2E3F-43D0-94A6-B64B6E56F73F}" type="datetime1">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CD66B2-0945-4976-85D3-129CB1394A99}" type="datetime1">
              <a:rPr lang="en-IN" smtClean="0"/>
              <a:t>10-01-2026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53759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572000" y="0"/>
            <a:ext cx="4572000" cy="216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0" y="0"/>
            <a:ext cx="4572000" cy="216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6588528" y="6642000"/>
            <a:ext cx="2556000" cy="216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4184" y="6642000"/>
            <a:ext cx="6588000" cy="216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p:cNvPicPr>
          <p:nvPr/>
        </p:nvPicPr>
        <p:blipFill>
          <a:blip r:embed="rId2"/>
          <a:stretch>
            <a:fillRect/>
          </a:stretch>
        </p:blipFill>
        <p:spPr>
          <a:xfrm>
            <a:off x="1539836" y="716634"/>
            <a:ext cx="6064328" cy="1132625"/>
          </a:xfrm>
          <a:prstGeom prst="rect">
            <a:avLst/>
          </a:prstGeom>
        </p:spPr>
      </p:pic>
      <p:sp>
        <p:nvSpPr>
          <p:cNvPr id="2" name="TextBox 1"/>
          <p:cNvSpPr txBox="1"/>
          <p:nvPr/>
        </p:nvSpPr>
        <p:spPr>
          <a:xfrm>
            <a:off x="1539836" y="2575681"/>
            <a:ext cx="6064328" cy="1214756"/>
          </a:xfrm>
          <a:prstGeom prst="rect">
            <a:avLst/>
          </a:prstGeom>
          <a:noFill/>
        </p:spPr>
        <p:txBody>
          <a:bodyPr wrap="square">
            <a:spAutoFit/>
          </a:bodyPr>
          <a:lstStyle/>
          <a:p>
            <a:pPr algn="ctr"/>
            <a:r>
              <a:rPr lang="en-US" altLang="en-US" sz="3600" b="1" dirty="0">
                <a:latin typeface="Arial" panose="020B0604020202020204" pitchFamily="34" charset="0"/>
                <a:cs typeface="Arial" panose="020B0604020202020204" pitchFamily="34" charset="0"/>
              </a:rPr>
              <a:t>Data Structure</a:t>
            </a:r>
          </a:p>
          <a:p>
            <a:pPr>
              <a:lnSpc>
                <a:spcPct val="150000"/>
              </a:lnSpc>
            </a:pPr>
            <a:r>
              <a:rPr lang="en-US" sz="2800" dirty="0">
                <a:latin typeface="Times New Roman" panose="02020603050405020304" pitchFamily="18" charset="0"/>
                <a:ea typeface="Segoe UI"/>
                <a:cs typeface="Times New Roman" panose="02020603050405020304" pitchFamily="18" charset="0"/>
              </a:rPr>
              <a:t>	   Course Code: </a:t>
            </a:r>
            <a:r>
              <a:rPr lang="en-US" sz="2800" dirty="0">
                <a:latin typeface="Times New Roman" panose="02020603050405020304" pitchFamily="18" charset="0"/>
                <a:cs typeface="Times New Roman" panose="02020603050405020304" pitchFamily="18" charset="0"/>
              </a:rPr>
              <a:t>ETCCDS202 </a:t>
            </a:r>
            <a:endParaRPr lang="en-IN" sz="2800" dirty="0">
              <a:latin typeface="Arial" panose="020B0604020202020204" pitchFamily="34" charset="0"/>
              <a:cs typeface="Arial" panose="020B0604020202020204" pitchFamily="34" charset="0"/>
            </a:endParaRPr>
          </a:p>
        </p:txBody>
      </p:sp>
      <p:sp>
        <p:nvSpPr>
          <p:cNvPr id="10" name="TextBox 9"/>
          <p:cNvSpPr txBox="1"/>
          <p:nvPr/>
        </p:nvSpPr>
        <p:spPr>
          <a:xfrm>
            <a:off x="971600" y="4189600"/>
            <a:ext cx="7488832" cy="646331"/>
          </a:xfrm>
          <a:prstGeom prst="rect">
            <a:avLst/>
          </a:prstGeom>
          <a:noFill/>
        </p:spPr>
        <p:txBody>
          <a:bodyPr wrap="square">
            <a:spAutoFit/>
          </a:bodyPr>
          <a:lstStyle/>
          <a:p>
            <a:pPr algn="ctr"/>
            <a:r>
              <a:rPr lang="en-US" dirty="0">
                <a:latin typeface="Arial" panose="020B0604020202020204" pitchFamily="34" charset="0"/>
                <a:cs typeface="Arial" panose="020B0604020202020204" pitchFamily="34" charset="0"/>
              </a:rPr>
              <a:t> School of Engineering and Technology</a:t>
            </a:r>
          </a:p>
          <a:p>
            <a:pPr algn="ctr"/>
            <a:r>
              <a:rPr lang="en-US" dirty="0">
                <a:latin typeface="Arial" panose="020B0604020202020204" pitchFamily="34" charset="0"/>
                <a:cs typeface="Arial" panose="020B0604020202020204" pitchFamily="34" charset="0"/>
              </a:rPr>
              <a:t>K. R. Mangalam University</a:t>
            </a:r>
            <a:endParaRPr lang="en-IN" dirty="0">
              <a:latin typeface="Arial" panose="020B0604020202020204" pitchFamily="34" charset="0"/>
              <a:cs typeface="Arial" panose="020B0604020202020204" pitchFamily="34" charset="0"/>
            </a:endParaRPr>
          </a:p>
        </p:txBody>
      </p:sp>
      <p:sp>
        <p:nvSpPr>
          <p:cNvPr id="11" name="TextBox 10"/>
          <p:cNvSpPr txBox="1"/>
          <p:nvPr/>
        </p:nvSpPr>
        <p:spPr>
          <a:xfrm>
            <a:off x="805096" y="5446965"/>
            <a:ext cx="7488832" cy="368300"/>
          </a:xfrm>
          <a:prstGeom prst="rect">
            <a:avLst/>
          </a:prstGeom>
          <a:noFill/>
        </p:spPr>
        <p:txBody>
          <a:bodyPr wrap="square">
            <a:spAutoFit/>
          </a:bodyPr>
          <a:lstStyle/>
          <a:p>
            <a:pPr algn="ctr"/>
            <a:r>
              <a:rPr lang="en-US" b="1" dirty="0">
                <a:latin typeface="Arial" panose="020B0604020202020204" pitchFamily="34" charset="0"/>
                <a:cs typeface="Arial" panose="020B0604020202020204" pitchFamily="34" charset="0"/>
              </a:rPr>
              <a:t>Program: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B.Tech</a:t>
            </a:r>
            <a:r>
              <a:rPr lang="en-US">
                <a:latin typeface="Arial" panose="020B0604020202020204" pitchFamily="34" charset="0"/>
                <a:cs typeface="Arial" panose="020B0604020202020204" pitchFamily="34" charset="0"/>
              </a:rPr>
              <a:t>/ B.SC </a:t>
            </a:r>
            <a:endParaRPr lang="en-IN" dirty="0">
              <a:latin typeface="Arial" panose="020B0604020202020204" pitchFamily="34" charset="0"/>
              <a:cs typeface="Arial" panose="020B0604020202020204" pitchFamily="34" charset="0"/>
            </a:endParaRP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0648" y="6186173"/>
            <a:ext cx="2411760" cy="346691"/>
          </a:xfrm>
          <a:prstGeom prst="rect">
            <a:avLst/>
          </a:prstGeom>
        </p:spPr>
      </p:pic>
      <p:sp>
        <p:nvSpPr>
          <p:cNvPr id="13" name="TextBox 12"/>
          <p:cNvSpPr txBox="1"/>
          <p:nvPr/>
        </p:nvSpPr>
        <p:spPr>
          <a:xfrm>
            <a:off x="-8896" y="6618738"/>
            <a:ext cx="9081304" cy="260350"/>
          </a:xfrm>
          <a:prstGeom prst="rect">
            <a:avLst/>
          </a:prstGeom>
          <a:noFill/>
        </p:spPr>
        <p:txBody>
          <a:bodyPr wrap="square">
            <a:spAutoFit/>
          </a:bodyPr>
          <a:lstStyle/>
          <a:p>
            <a:r>
              <a:rPr lang="en-US" sz="1100" b="1" dirty="0">
                <a:solidFill>
                  <a:schemeClr val="bg1"/>
                </a:solidFill>
                <a:latin typeface="Arial" panose="020B0604020202020204" pitchFamily="34" charset="0"/>
                <a:cs typeface="Arial" panose="020B0604020202020204" pitchFamily="34" charset="0"/>
              </a:rPr>
              <a:t>	Dr. Shahjad 					               </a:t>
            </a:r>
            <a:endParaRPr lang="en-IN" sz="1100" b="1" dirty="0">
              <a:solidFill>
                <a:schemeClr val="bg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C421C46D-3F04-4F73-BF36-E6D9DA5AE143}" type="slidenum">
              <a:rPr lang="en-IN" smtClean="0"/>
              <a:t>1</a:t>
            </a:fld>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24CFBBD-50BA-5AED-703C-8E89E17C05C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0" y="887961"/>
            <a:ext cx="8892480" cy="461665"/>
          </a:xfrm>
          <a:prstGeom prst="rect">
            <a:avLst/>
          </a:prstGeom>
          <a:noFill/>
        </p:spPr>
        <p:txBody>
          <a:bodyPr wrap="square" rtlCol="0">
            <a:spAutoFit/>
          </a:bodyPr>
          <a:lstStyle/>
          <a:p>
            <a:pPr algn="just"/>
            <a:endParaRPr lang="en-IN" sz="2400"/>
          </a:p>
        </p:txBody>
      </p:sp>
      <p:sp>
        <p:nvSpPr>
          <p:cNvPr id="3" name="Slide Number Placeholder 2"/>
          <p:cNvSpPr>
            <a:spLocks noGrp="1"/>
          </p:cNvSpPr>
          <p:nvPr>
            <p:ph type="sldNum" sz="quarter" idx="12"/>
          </p:nvPr>
        </p:nvSpPr>
        <p:spPr/>
        <p:txBody>
          <a:bodyPr/>
          <a:lstStyle/>
          <a:p>
            <a:fld id="{C421C46D-3F04-4F73-BF36-E6D9DA5AE143}" type="slidenum">
              <a:rPr lang="en-IN" smtClean="0"/>
              <a:t>2</a:t>
            </a:fld>
            <a:endParaRPr lang="en-IN"/>
          </a:p>
        </p:txBody>
      </p:sp>
      <p:sp>
        <p:nvSpPr>
          <p:cNvPr id="11" name="TextBox 10"/>
          <p:cNvSpPr txBox="1"/>
          <p:nvPr/>
        </p:nvSpPr>
        <p:spPr>
          <a:xfrm>
            <a:off x="179512" y="887961"/>
            <a:ext cx="8712968" cy="1719381"/>
          </a:xfrm>
          <a:prstGeom prst="rect">
            <a:avLst/>
          </a:prstGeom>
          <a:noFill/>
        </p:spPr>
        <p:txBody>
          <a:bodyPr wrap="square" rtlCol="0">
            <a:spAutoFit/>
          </a:bodyPr>
          <a:lstStyle/>
          <a:p>
            <a:pPr lvl="1" algn="ctr">
              <a:lnSpc>
                <a:spcPct val="150000"/>
              </a:lnSpc>
            </a:pPr>
            <a:r>
              <a:rPr lang="en-IN" sz="4000" b="1" dirty="0">
                <a:latin typeface="Times New Roman" panose="02020603050405020304" pitchFamily="18" charset="0"/>
                <a:cs typeface="Times New Roman" panose="02020603050405020304" pitchFamily="18" charset="0"/>
              </a:rPr>
              <a:t>Session 2</a:t>
            </a:r>
          </a:p>
          <a:p>
            <a:pPr lvl="1" algn="ctr">
              <a:lnSpc>
                <a:spcPct val="150000"/>
              </a:lnSpc>
            </a:pPr>
            <a:r>
              <a:rPr lang="en-IN" sz="3400" dirty="0"/>
              <a:t>Abstract Data Types (ADTs)</a:t>
            </a:r>
          </a:p>
        </p:txBody>
      </p:sp>
    </p:spTree>
    <p:extLst>
      <p:ext uri="{BB962C8B-B14F-4D97-AF65-F5344CB8AC3E}">
        <p14:creationId xmlns:p14="http://schemas.microsoft.com/office/powerpoint/2010/main" val="1028169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E5B4C-C077-AF4F-113A-4BCCBEC7D77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09C568A-B016-2320-36EA-63147881A43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A96AA855-AED8-B8A1-79CB-C58B40F80671}"/>
              </a:ext>
            </a:extLst>
          </p:cNvPr>
          <p:cNvSpPr>
            <a:spLocks noChangeArrowheads="1"/>
          </p:cNvSpPr>
          <p:nvPr/>
        </p:nvSpPr>
        <p:spPr bwMode="auto">
          <a:xfrm>
            <a:off x="179512" y="120815"/>
            <a:ext cx="694741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600" b="1" dirty="0">
                <a:latin typeface="Times New Roman" panose="02020603050405020304" pitchFamily="18" charset="0"/>
                <a:cs typeface="Times New Roman" panose="02020603050405020304" pitchFamily="18" charset="0"/>
              </a:rPr>
              <a:t>Recall: </a:t>
            </a:r>
            <a:r>
              <a:rPr lang="en-IN" sz="3600" dirty="0">
                <a:latin typeface="Times New Roman" panose="02020603050405020304" pitchFamily="18" charset="0"/>
                <a:cs typeface="Times New Roman" panose="02020603050405020304" pitchFamily="18" charset="0"/>
              </a:rPr>
              <a:t>Structures – The Foundation</a:t>
            </a:r>
          </a:p>
        </p:txBody>
      </p:sp>
      <p:cxnSp>
        <p:nvCxnSpPr>
          <p:cNvPr id="7" name="Straight Connector 6">
            <a:extLst>
              <a:ext uri="{FF2B5EF4-FFF2-40B4-BE49-F238E27FC236}">
                <a16:creationId xmlns:a16="http://schemas.microsoft.com/office/drawing/2014/main" id="{37F270ED-6EAE-394F-4A1F-0C610D355C7E}"/>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1DD1C02-F494-2C59-0257-B124D54C26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4410557A-7255-7BEA-A776-7564B102A130}"/>
              </a:ext>
            </a:extLst>
          </p:cNvPr>
          <p:cNvSpPr txBox="1"/>
          <p:nvPr/>
        </p:nvSpPr>
        <p:spPr>
          <a:xfrm>
            <a:off x="0" y="887961"/>
            <a:ext cx="8892480" cy="461665"/>
          </a:xfrm>
          <a:prstGeom prst="rect">
            <a:avLst/>
          </a:prstGeom>
          <a:noFill/>
        </p:spPr>
        <p:txBody>
          <a:bodyPr wrap="square" rtlCol="0">
            <a:spAutoFit/>
          </a:bodyPr>
          <a:lstStyle/>
          <a:p>
            <a:pPr algn="just"/>
            <a:endParaRPr lang="en-IN" sz="2400"/>
          </a:p>
        </p:txBody>
      </p:sp>
      <p:sp>
        <p:nvSpPr>
          <p:cNvPr id="3" name="Slide Number Placeholder 2">
            <a:extLst>
              <a:ext uri="{FF2B5EF4-FFF2-40B4-BE49-F238E27FC236}">
                <a16:creationId xmlns:a16="http://schemas.microsoft.com/office/drawing/2014/main" id="{57972949-0960-3AF5-FF27-F2095982BE5D}"/>
              </a:ext>
            </a:extLst>
          </p:cNvPr>
          <p:cNvSpPr>
            <a:spLocks noGrp="1"/>
          </p:cNvSpPr>
          <p:nvPr>
            <p:ph type="sldNum" sz="quarter" idx="12"/>
          </p:nvPr>
        </p:nvSpPr>
        <p:spPr/>
        <p:txBody>
          <a:bodyPr/>
          <a:lstStyle/>
          <a:p>
            <a:fld id="{C421C46D-3F04-4F73-BF36-E6D9DA5AE143}" type="slidenum">
              <a:rPr lang="en-IN" smtClean="0"/>
              <a:t>3</a:t>
            </a:fld>
            <a:endParaRPr lang="en-IN"/>
          </a:p>
        </p:txBody>
      </p:sp>
      <p:sp>
        <p:nvSpPr>
          <p:cNvPr id="11" name="TextBox 10">
            <a:extLst>
              <a:ext uri="{FF2B5EF4-FFF2-40B4-BE49-F238E27FC236}">
                <a16:creationId xmlns:a16="http://schemas.microsoft.com/office/drawing/2014/main" id="{ADA1CA6E-ED02-0878-541B-2026E30A54E5}"/>
              </a:ext>
            </a:extLst>
          </p:cNvPr>
          <p:cNvSpPr txBox="1"/>
          <p:nvPr/>
        </p:nvSpPr>
        <p:spPr>
          <a:xfrm>
            <a:off x="179512" y="887961"/>
            <a:ext cx="8712968" cy="5124480"/>
          </a:xfrm>
          <a:prstGeom prst="rect">
            <a:avLst/>
          </a:prstGeom>
          <a:noFill/>
        </p:spPr>
        <p:txBody>
          <a:bodyPr wrap="square" rtlCol="0">
            <a:spAutoFit/>
          </a:bodyPr>
          <a:lstStyle/>
          <a:p>
            <a:pPr lvl="1">
              <a:lnSpc>
                <a:spcPct val="150000"/>
              </a:lnSpc>
            </a:pPr>
            <a:r>
              <a:rPr lang="en-IN" sz="2600" dirty="0">
                <a:solidFill>
                  <a:schemeClr val="accent2">
                    <a:lumMod val="60000"/>
                    <a:lumOff val="40000"/>
                  </a:schemeClr>
                </a:solidFill>
                <a:latin typeface="Times New Roman" panose="02020603050405020304" pitchFamily="18" charset="0"/>
                <a:cs typeface="Times New Roman" panose="02020603050405020304" pitchFamily="18" charset="0"/>
              </a:rPr>
              <a:t>Data = raw facts (72, “Rahul”)</a:t>
            </a:r>
          </a:p>
          <a:p>
            <a:pPr marL="914400" lvl="1" indent="-457200">
              <a:lnSpc>
                <a:spcPct val="150000"/>
              </a:lnSpc>
              <a:buFont typeface="Wingdings" panose="05000000000000000000" pitchFamily="2" charset="2"/>
              <a:buChar char="v"/>
            </a:pPr>
            <a:r>
              <a:rPr lang="en-IN" sz="2800" dirty="0">
                <a:solidFill>
                  <a:srgbClr val="341BF1"/>
                </a:solidFill>
                <a:latin typeface="Times New Roman" panose="02020603050405020304" pitchFamily="18" charset="0"/>
                <a:cs typeface="Times New Roman" panose="02020603050405020304" pitchFamily="18" charset="0"/>
              </a:rPr>
              <a:t>Information = processed, meaningful data (Rahul scored 72 marks)</a:t>
            </a:r>
          </a:p>
          <a:p>
            <a:pPr marL="914400" lvl="1" indent="-457200">
              <a:lnSpc>
                <a:spcPct val="150000"/>
              </a:lnSpc>
              <a:buFont typeface="Wingdings" panose="05000000000000000000" pitchFamily="2" charset="2"/>
              <a:buChar char="v"/>
            </a:pPr>
            <a:r>
              <a:rPr lang="en-IN" sz="2800" dirty="0">
                <a:solidFill>
                  <a:srgbClr val="341BF1"/>
                </a:solidFill>
                <a:latin typeface="Times New Roman" panose="02020603050405020304" pitchFamily="18" charset="0"/>
                <a:cs typeface="Times New Roman" panose="02020603050405020304" pitchFamily="18" charset="0"/>
              </a:rPr>
              <a:t>Poor organization causes confusion, slow execution, and errors</a:t>
            </a:r>
          </a:p>
          <a:p>
            <a:pPr marL="914400" lvl="1" indent="-457200">
              <a:lnSpc>
                <a:spcPct val="150000"/>
              </a:lnSpc>
              <a:buFont typeface="Wingdings" panose="05000000000000000000" pitchFamily="2" charset="2"/>
              <a:buChar char="v"/>
            </a:pPr>
            <a:r>
              <a:rPr lang="en-IN" sz="2800" dirty="0">
                <a:solidFill>
                  <a:srgbClr val="341BF1"/>
                </a:solidFill>
                <a:latin typeface="Times New Roman" panose="02020603050405020304" pitchFamily="18" charset="0"/>
                <a:cs typeface="Times New Roman" panose="02020603050405020304" pitchFamily="18" charset="0"/>
              </a:rPr>
              <a:t>Key Idea: Computers need well-organized data, not just data.</a:t>
            </a:r>
          </a:p>
          <a:p>
            <a:br>
              <a:rPr lang="en-IN" dirty="0"/>
            </a:br>
            <a:endParaRPr lang="en-IN" dirty="0"/>
          </a:p>
        </p:txBody>
      </p:sp>
    </p:spTree>
    <p:extLst>
      <p:ext uri="{BB962C8B-B14F-4D97-AF65-F5344CB8AC3E}">
        <p14:creationId xmlns:p14="http://schemas.microsoft.com/office/powerpoint/2010/main" val="1918434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50E1B-F8D0-5D95-4F26-E13D4B54AB2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DC697C9-0422-9280-7432-7229F18FFFF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6AAFFDB5-904F-7E38-ACA1-C1B38C352576}"/>
              </a:ext>
            </a:extLst>
          </p:cNvPr>
          <p:cNvSpPr>
            <a:spLocks noChangeArrowheads="1"/>
          </p:cNvSpPr>
          <p:nvPr/>
        </p:nvSpPr>
        <p:spPr bwMode="auto">
          <a:xfrm>
            <a:off x="179512" y="120815"/>
            <a:ext cx="71782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600" b="1" dirty="0">
                <a:latin typeface="Times New Roman" panose="02020603050405020304" pitchFamily="18" charset="0"/>
                <a:cs typeface="Times New Roman" panose="02020603050405020304" pitchFamily="18" charset="0"/>
              </a:rPr>
              <a:t>Recall: </a:t>
            </a:r>
            <a:r>
              <a:rPr lang="en-IN" sz="3600" dirty="0">
                <a:latin typeface="Times New Roman" panose="02020603050405020304" pitchFamily="18" charset="0"/>
                <a:cs typeface="Times New Roman" panose="02020603050405020304" pitchFamily="18" charset="0"/>
              </a:rPr>
              <a:t>Structures – The Foundation..</a:t>
            </a:r>
          </a:p>
        </p:txBody>
      </p:sp>
      <p:cxnSp>
        <p:nvCxnSpPr>
          <p:cNvPr id="7" name="Straight Connector 6">
            <a:extLst>
              <a:ext uri="{FF2B5EF4-FFF2-40B4-BE49-F238E27FC236}">
                <a16:creationId xmlns:a16="http://schemas.microsoft.com/office/drawing/2014/main" id="{A5908B4B-50B2-549B-71BB-107D1D75F3CC}"/>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EA551B4-FDD8-69EC-42D7-CEC01658CB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7CD73523-2433-B09D-050D-1140CA2142F9}"/>
              </a:ext>
            </a:extLst>
          </p:cNvPr>
          <p:cNvSpPr txBox="1"/>
          <p:nvPr/>
        </p:nvSpPr>
        <p:spPr>
          <a:xfrm>
            <a:off x="0" y="887961"/>
            <a:ext cx="8892480" cy="461665"/>
          </a:xfrm>
          <a:prstGeom prst="rect">
            <a:avLst/>
          </a:prstGeom>
          <a:noFill/>
        </p:spPr>
        <p:txBody>
          <a:bodyPr wrap="square" rtlCol="0">
            <a:spAutoFit/>
          </a:bodyPr>
          <a:lstStyle/>
          <a:p>
            <a:pPr algn="just"/>
            <a:endParaRPr lang="en-IN" sz="2400"/>
          </a:p>
        </p:txBody>
      </p:sp>
      <p:sp>
        <p:nvSpPr>
          <p:cNvPr id="3" name="Slide Number Placeholder 2">
            <a:extLst>
              <a:ext uri="{FF2B5EF4-FFF2-40B4-BE49-F238E27FC236}">
                <a16:creationId xmlns:a16="http://schemas.microsoft.com/office/drawing/2014/main" id="{A7DF4C79-0553-4447-FD0A-335DD3478136}"/>
              </a:ext>
            </a:extLst>
          </p:cNvPr>
          <p:cNvSpPr>
            <a:spLocks noGrp="1"/>
          </p:cNvSpPr>
          <p:nvPr>
            <p:ph type="sldNum" sz="quarter" idx="12"/>
          </p:nvPr>
        </p:nvSpPr>
        <p:spPr/>
        <p:txBody>
          <a:bodyPr/>
          <a:lstStyle/>
          <a:p>
            <a:fld id="{C421C46D-3F04-4F73-BF36-E6D9DA5AE143}" type="slidenum">
              <a:rPr lang="en-IN" smtClean="0"/>
              <a:t>4</a:t>
            </a:fld>
            <a:endParaRPr lang="en-IN"/>
          </a:p>
        </p:txBody>
      </p:sp>
      <p:sp>
        <p:nvSpPr>
          <p:cNvPr id="11" name="TextBox 10">
            <a:extLst>
              <a:ext uri="{FF2B5EF4-FFF2-40B4-BE49-F238E27FC236}">
                <a16:creationId xmlns:a16="http://schemas.microsoft.com/office/drawing/2014/main" id="{74E96D05-F65A-E909-4AB9-32CE347BCB8B}"/>
              </a:ext>
            </a:extLst>
          </p:cNvPr>
          <p:cNvSpPr txBox="1"/>
          <p:nvPr/>
        </p:nvSpPr>
        <p:spPr>
          <a:xfrm>
            <a:off x="179512" y="887961"/>
            <a:ext cx="8712968" cy="4059060"/>
          </a:xfrm>
          <a:prstGeom prst="rect">
            <a:avLst/>
          </a:prstGeom>
          <a:noFill/>
        </p:spPr>
        <p:txBody>
          <a:bodyPr wrap="square" rtlCol="0">
            <a:spAutoFit/>
          </a:bodyPr>
          <a:lstStyle/>
          <a:p>
            <a:pPr>
              <a:lnSpc>
                <a:spcPct val="150000"/>
              </a:lnSpc>
            </a:pPr>
            <a:r>
              <a:rPr lang="en-IN" sz="2600" b="1" dirty="0">
                <a:solidFill>
                  <a:schemeClr val="accent2">
                    <a:lumMod val="60000"/>
                    <a:lumOff val="40000"/>
                  </a:schemeClr>
                </a:solidFill>
                <a:latin typeface="Times New Roman" panose="02020603050405020304" pitchFamily="18" charset="0"/>
                <a:cs typeface="Times New Roman" panose="02020603050405020304" pitchFamily="18" charset="0"/>
              </a:rPr>
              <a:t>Data Structure?</a:t>
            </a:r>
          </a:p>
          <a:p>
            <a:pPr>
              <a:lnSpc>
                <a:spcPct val="150000"/>
              </a:lnSpc>
            </a:pPr>
            <a:r>
              <a:rPr lang="en-IN" sz="2800" dirty="0">
                <a:solidFill>
                  <a:srgbClr val="341BF1"/>
                </a:solidFill>
                <a:latin typeface="Times New Roman" panose="02020603050405020304" pitchFamily="18" charset="0"/>
                <a:cs typeface="Times New Roman" panose="02020603050405020304" pitchFamily="18" charset="0"/>
              </a:rPr>
              <a:t>A systematic way to organize, store, and manage data for:</a:t>
            </a:r>
          </a:p>
          <a:p>
            <a:pPr marL="914400" lvl="1" indent="-457200">
              <a:lnSpc>
                <a:spcPct val="150000"/>
              </a:lnSpc>
              <a:buFont typeface="Wingdings" panose="05000000000000000000" pitchFamily="2" charset="2"/>
              <a:buChar char="§"/>
            </a:pPr>
            <a:r>
              <a:rPr lang="en-IN" sz="2800" dirty="0">
                <a:solidFill>
                  <a:srgbClr val="341BF1"/>
                </a:solidFill>
                <a:latin typeface="Times New Roman" panose="02020603050405020304" pitchFamily="18" charset="0"/>
                <a:cs typeface="Times New Roman" panose="02020603050405020304" pitchFamily="18" charset="0"/>
              </a:rPr>
              <a:t>Fast access</a:t>
            </a:r>
          </a:p>
          <a:p>
            <a:pPr marL="914400" lvl="1" indent="-457200">
              <a:lnSpc>
                <a:spcPct val="150000"/>
              </a:lnSpc>
              <a:buFont typeface="Wingdings" panose="05000000000000000000" pitchFamily="2" charset="2"/>
              <a:buChar char="§"/>
            </a:pPr>
            <a:r>
              <a:rPr lang="en-IN" sz="2800" dirty="0">
                <a:solidFill>
                  <a:srgbClr val="341BF1"/>
                </a:solidFill>
                <a:latin typeface="Times New Roman" panose="02020603050405020304" pitchFamily="18" charset="0"/>
                <a:cs typeface="Times New Roman" panose="02020603050405020304" pitchFamily="18" charset="0"/>
              </a:rPr>
              <a:t>Easy updates</a:t>
            </a:r>
          </a:p>
          <a:p>
            <a:pPr marL="914400" lvl="1" indent="-457200">
              <a:lnSpc>
                <a:spcPct val="150000"/>
              </a:lnSpc>
              <a:buFont typeface="Wingdings" panose="05000000000000000000" pitchFamily="2" charset="2"/>
              <a:buChar char="§"/>
            </a:pPr>
            <a:r>
              <a:rPr lang="en-IN" sz="2800" dirty="0">
                <a:solidFill>
                  <a:srgbClr val="341BF1"/>
                </a:solidFill>
                <a:latin typeface="Times New Roman" panose="02020603050405020304" pitchFamily="18" charset="0"/>
                <a:cs typeface="Times New Roman" panose="02020603050405020304" pitchFamily="18" charset="0"/>
              </a:rPr>
              <a:t>Efficient processing</a:t>
            </a:r>
          </a:p>
          <a:p>
            <a:pPr>
              <a:lnSpc>
                <a:spcPct val="150000"/>
              </a:lnSpc>
            </a:pP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2854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42A25-2DB4-9506-83AE-6E223DF397E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9A78AE0-0395-685E-8A0C-EEE0B697B98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DBDEE85E-92B4-8673-F4D7-DE4CD0E2480B}"/>
              </a:ext>
            </a:extLst>
          </p:cNvPr>
          <p:cNvSpPr>
            <a:spLocks noChangeArrowheads="1"/>
          </p:cNvSpPr>
          <p:nvPr/>
        </p:nvSpPr>
        <p:spPr bwMode="auto">
          <a:xfrm>
            <a:off x="179512" y="120815"/>
            <a:ext cx="694741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600" b="1" dirty="0">
                <a:latin typeface="Times New Roman" panose="02020603050405020304" pitchFamily="18" charset="0"/>
                <a:cs typeface="Times New Roman" panose="02020603050405020304" pitchFamily="18" charset="0"/>
              </a:rPr>
              <a:t>Recall: </a:t>
            </a:r>
            <a:r>
              <a:rPr lang="en-IN" sz="3600" dirty="0">
                <a:latin typeface="Times New Roman" panose="02020603050405020304" pitchFamily="18" charset="0"/>
                <a:cs typeface="Times New Roman" panose="02020603050405020304" pitchFamily="18" charset="0"/>
              </a:rPr>
              <a:t>Structures – The Foundation</a:t>
            </a:r>
          </a:p>
        </p:txBody>
      </p:sp>
      <p:cxnSp>
        <p:nvCxnSpPr>
          <p:cNvPr id="7" name="Straight Connector 6">
            <a:extLst>
              <a:ext uri="{FF2B5EF4-FFF2-40B4-BE49-F238E27FC236}">
                <a16:creationId xmlns:a16="http://schemas.microsoft.com/office/drawing/2014/main" id="{BA5D137C-B8AF-99D7-86BA-CAB4B6E8D9FE}"/>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06761E4-5D8B-45FA-750B-E525E5A9D3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6ABD2D8E-285B-5E73-E0CB-713915991AF2}"/>
              </a:ext>
            </a:extLst>
          </p:cNvPr>
          <p:cNvSpPr txBox="1"/>
          <p:nvPr/>
        </p:nvSpPr>
        <p:spPr>
          <a:xfrm>
            <a:off x="0" y="887961"/>
            <a:ext cx="8892480" cy="461665"/>
          </a:xfrm>
          <a:prstGeom prst="rect">
            <a:avLst/>
          </a:prstGeom>
          <a:noFill/>
        </p:spPr>
        <p:txBody>
          <a:bodyPr wrap="square" rtlCol="0">
            <a:spAutoFit/>
          </a:bodyPr>
          <a:lstStyle/>
          <a:p>
            <a:pPr algn="just"/>
            <a:endParaRPr lang="en-IN" sz="2400"/>
          </a:p>
        </p:txBody>
      </p:sp>
      <p:sp>
        <p:nvSpPr>
          <p:cNvPr id="3" name="Slide Number Placeholder 2">
            <a:extLst>
              <a:ext uri="{FF2B5EF4-FFF2-40B4-BE49-F238E27FC236}">
                <a16:creationId xmlns:a16="http://schemas.microsoft.com/office/drawing/2014/main" id="{B5E6B5BA-472F-D342-9102-3D6468542C36}"/>
              </a:ext>
            </a:extLst>
          </p:cNvPr>
          <p:cNvSpPr>
            <a:spLocks noGrp="1"/>
          </p:cNvSpPr>
          <p:nvPr>
            <p:ph type="sldNum" sz="quarter" idx="12"/>
          </p:nvPr>
        </p:nvSpPr>
        <p:spPr/>
        <p:txBody>
          <a:bodyPr/>
          <a:lstStyle/>
          <a:p>
            <a:fld id="{C421C46D-3F04-4F73-BF36-E6D9DA5AE143}" type="slidenum">
              <a:rPr lang="en-IN" smtClean="0"/>
              <a:t>5</a:t>
            </a:fld>
            <a:endParaRPr lang="en-IN"/>
          </a:p>
        </p:txBody>
      </p:sp>
      <p:sp>
        <p:nvSpPr>
          <p:cNvPr id="11" name="TextBox 10">
            <a:extLst>
              <a:ext uri="{FF2B5EF4-FFF2-40B4-BE49-F238E27FC236}">
                <a16:creationId xmlns:a16="http://schemas.microsoft.com/office/drawing/2014/main" id="{E2CBCDEB-2537-5792-07B9-A8BF01DCF9E9}"/>
              </a:ext>
            </a:extLst>
          </p:cNvPr>
          <p:cNvSpPr txBox="1"/>
          <p:nvPr/>
        </p:nvSpPr>
        <p:spPr>
          <a:xfrm>
            <a:off x="179512" y="887961"/>
            <a:ext cx="8712968" cy="4885568"/>
          </a:xfrm>
          <a:prstGeom prst="rect">
            <a:avLst/>
          </a:prstGeom>
          <a:noFill/>
        </p:spPr>
        <p:txBody>
          <a:bodyPr wrap="square" rtlCol="0">
            <a:spAutoFit/>
          </a:bodyPr>
          <a:lstStyle/>
          <a:p>
            <a:pPr>
              <a:lnSpc>
                <a:spcPct val="150000"/>
              </a:lnSpc>
            </a:pPr>
            <a:r>
              <a:rPr lang="en-IN" sz="2800" dirty="0">
                <a:latin typeface="Times New Roman" panose="02020603050405020304" pitchFamily="18" charset="0"/>
                <a:cs typeface="Times New Roman" panose="02020603050405020304" pitchFamily="18" charset="0"/>
              </a:rPr>
              <a:t>Why Data Structures?</a:t>
            </a:r>
          </a:p>
          <a:p>
            <a:pPr marL="914400" lvl="1" indent="-457200">
              <a:lnSpc>
                <a:spcPct val="150000"/>
              </a:lnSpc>
              <a:buFont typeface="Wingdings" panose="05000000000000000000" pitchFamily="2" charset="2"/>
              <a:buChar char="§"/>
            </a:pPr>
            <a:r>
              <a:rPr lang="en-IN" sz="2200" i="1" dirty="0">
                <a:solidFill>
                  <a:srgbClr val="341BF1"/>
                </a:solidFill>
                <a:latin typeface="Times New Roman" panose="02020603050405020304" pitchFamily="18" charset="0"/>
                <a:cs typeface="Times New Roman" panose="02020603050405020304" pitchFamily="18" charset="0"/>
              </a:rPr>
              <a:t>Enable efficient programs &amp; algorithms</a:t>
            </a:r>
          </a:p>
          <a:p>
            <a:pPr marL="914400" lvl="1" indent="-457200">
              <a:lnSpc>
                <a:spcPct val="150000"/>
              </a:lnSpc>
              <a:buFont typeface="Wingdings" panose="05000000000000000000" pitchFamily="2" charset="2"/>
              <a:buChar char="§"/>
            </a:pPr>
            <a:r>
              <a:rPr lang="en-IN" sz="2200" i="1" dirty="0">
                <a:solidFill>
                  <a:srgbClr val="341BF1"/>
                </a:solidFill>
                <a:latin typeface="Times New Roman" panose="02020603050405020304" pitchFamily="18" charset="0"/>
                <a:cs typeface="Times New Roman" panose="02020603050405020304" pitchFamily="18" charset="0"/>
              </a:rPr>
              <a:t>Power real-world systems (GPS, browsers, databases)</a:t>
            </a:r>
          </a:p>
          <a:p>
            <a:pPr marL="914400" lvl="1" indent="-457200">
              <a:lnSpc>
                <a:spcPct val="150000"/>
              </a:lnSpc>
              <a:buFont typeface="Wingdings" panose="05000000000000000000" pitchFamily="2" charset="2"/>
              <a:buChar char="§"/>
            </a:pPr>
            <a:r>
              <a:rPr lang="en-IN" sz="2200" i="1" dirty="0">
                <a:solidFill>
                  <a:srgbClr val="341BF1"/>
                </a:solidFill>
                <a:latin typeface="Times New Roman" panose="02020603050405020304" pitchFamily="18" charset="0"/>
                <a:cs typeface="Times New Roman" panose="02020603050405020304" pitchFamily="18" charset="0"/>
              </a:rPr>
              <a:t>Essential for problem-solving &amp; interviews</a:t>
            </a:r>
          </a:p>
          <a:p>
            <a:pPr>
              <a:lnSpc>
                <a:spcPct val="150000"/>
              </a:lnSpc>
            </a:pPr>
            <a:r>
              <a:rPr lang="en-IN" sz="2200" dirty="0">
                <a:solidFill>
                  <a:srgbClr val="341BF1"/>
                </a:solidFill>
                <a:latin typeface="Times New Roman" panose="02020603050405020304" pitchFamily="18" charset="0"/>
                <a:cs typeface="Times New Roman" panose="02020603050405020304" pitchFamily="18" charset="0"/>
              </a:rPr>
              <a:t>Better structure → Better algorithms → Better software</a:t>
            </a:r>
          </a:p>
          <a:p>
            <a:pPr>
              <a:lnSpc>
                <a:spcPct val="150000"/>
              </a:lnSpc>
            </a:pPr>
            <a:r>
              <a:rPr lang="en-IN" sz="2800" dirty="0">
                <a:latin typeface="Times New Roman" panose="02020603050405020304" pitchFamily="18" charset="0"/>
                <a:cs typeface="Times New Roman" panose="02020603050405020304" pitchFamily="18" charset="0"/>
              </a:rPr>
              <a:t>Types of Data Structures</a:t>
            </a:r>
          </a:p>
          <a:p>
            <a:pPr lvl="1">
              <a:lnSpc>
                <a:spcPct val="150000"/>
              </a:lnSpc>
            </a:pPr>
            <a:r>
              <a:rPr lang="en-IN" sz="2200" dirty="0">
                <a:solidFill>
                  <a:srgbClr val="341BF1"/>
                </a:solidFill>
                <a:latin typeface="Times New Roman" panose="02020603050405020304" pitchFamily="18" charset="0"/>
                <a:cs typeface="Times New Roman" panose="02020603050405020304" pitchFamily="18" charset="0"/>
              </a:rPr>
              <a:t>Primitive: int, char, float, Boolean (Fixed size, fast, limited abstraction)</a:t>
            </a:r>
          </a:p>
          <a:p>
            <a:pPr lvl="1">
              <a:lnSpc>
                <a:spcPct val="150000"/>
              </a:lnSpc>
            </a:pPr>
            <a:r>
              <a:rPr lang="en-IN" sz="2200" dirty="0">
                <a:solidFill>
                  <a:srgbClr val="341BF1"/>
                </a:solidFill>
                <a:latin typeface="Times New Roman" panose="02020603050405020304" pitchFamily="18" charset="0"/>
                <a:cs typeface="Times New Roman" panose="02020603050405020304" pitchFamily="18" charset="0"/>
              </a:rPr>
              <a:t>Non-Primitive: Linear: Array, Stack, Queue, Linked List</a:t>
            </a:r>
          </a:p>
          <a:p>
            <a:pPr lvl="1">
              <a:lnSpc>
                <a:spcPct val="150000"/>
              </a:lnSpc>
            </a:pPr>
            <a:r>
              <a:rPr lang="en-IN" sz="2200" dirty="0">
                <a:solidFill>
                  <a:srgbClr val="341BF1"/>
                </a:solidFill>
                <a:latin typeface="Times New Roman" panose="02020603050405020304" pitchFamily="18" charset="0"/>
                <a:cs typeface="Times New Roman" panose="02020603050405020304" pitchFamily="18" charset="0"/>
              </a:rPr>
              <a:t>Non-Linear: Tree, Graph</a:t>
            </a:r>
            <a:endParaRPr lang="en-IN" dirty="0"/>
          </a:p>
        </p:txBody>
      </p:sp>
    </p:spTree>
    <p:extLst>
      <p:ext uri="{BB962C8B-B14F-4D97-AF65-F5344CB8AC3E}">
        <p14:creationId xmlns:p14="http://schemas.microsoft.com/office/powerpoint/2010/main" val="4146979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F62CD-C37D-5503-7A27-0C8F54518AA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C5E6FBF-3D0A-DE82-2753-835F6696A08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DD5D7363-C508-88B4-3271-FA237DAD780A}"/>
              </a:ext>
            </a:extLst>
          </p:cNvPr>
          <p:cNvSpPr>
            <a:spLocks noChangeArrowheads="1"/>
          </p:cNvSpPr>
          <p:nvPr/>
        </p:nvSpPr>
        <p:spPr bwMode="auto">
          <a:xfrm>
            <a:off x="179512" y="32105"/>
            <a:ext cx="4929555" cy="823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1">
              <a:lnSpc>
                <a:spcPct val="150000"/>
              </a:lnSpc>
            </a:pPr>
            <a:r>
              <a:rPr lang="en-US" sz="3600" b="1" dirty="0">
                <a:latin typeface="Times New Roman" panose="02020603050405020304" pitchFamily="18" charset="0"/>
                <a:cs typeface="Times New Roman" panose="02020603050405020304" pitchFamily="18" charset="0"/>
              </a:rPr>
              <a:t>Learning Objectives </a:t>
            </a:r>
          </a:p>
        </p:txBody>
      </p:sp>
      <p:cxnSp>
        <p:nvCxnSpPr>
          <p:cNvPr id="7" name="Straight Connector 6">
            <a:extLst>
              <a:ext uri="{FF2B5EF4-FFF2-40B4-BE49-F238E27FC236}">
                <a16:creationId xmlns:a16="http://schemas.microsoft.com/office/drawing/2014/main" id="{601E9A6A-3E97-B00A-9B0B-BCBDAFB13FA5}"/>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F17F703-0837-FCBE-F126-0AE0B2D6690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37C2664B-1814-2B7D-D84B-02D253EFE994}"/>
              </a:ext>
            </a:extLst>
          </p:cNvPr>
          <p:cNvSpPr txBox="1"/>
          <p:nvPr/>
        </p:nvSpPr>
        <p:spPr>
          <a:xfrm>
            <a:off x="0" y="887961"/>
            <a:ext cx="8892480" cy="461665"/>
          </a:xfrm>
          <a:prstGeom prst="rect">
            <a:avLst/>
          </a:prstGeom>
          <a:noFill/>
        </p:spPr>
        <p:txBody>
          <a:bodyPr wrap="square" rtlCol="0">
            <a:spAutoFit/>
          </a:bodyPr>
          <a:lstStyle/>
          <a:p>
            <a:pPr algn="just"/>
            <a:endParaRPr lang="en-IN" sz="2400"/>
          </a:p>
        </p:txBody>
      </p:sp>
      <p:sp>
        <p:nvSpPr>
          <p:cNvPr id="3" name="Slide Number Placeholder 2">
            <a:extLst>
              <a:ext uri="{FF2B5EF4-FFF2-40B4-BE49-F238E27FC236}">
                <a16:creationId xmlns:a16="http://schemas.microsoft.com/office/drawing/2014/main" id="{358C5A8A-C36D-A092-40DB-ECE6C426CF85}"/>
              </a:ext>
            </a:extLst>
          </p:cNvPr>
          <p:cNvSpPr>
            <a:spLocks noGrp="1"/>
          </p:cNvSpPr>
          <p:nvPr>
            <p:ph type="sldNum" sz="quarter" idx="12"/>
          </p:nvPr>
        </p:nvSpPr>
        <p:spPr/>
        <p:txBody>
          <a:bodyPr/>
          <a:lstStyle/>
          <a:p>
            <a:fld id="{C421C46D-3F04-4F73-BF36-E6D9DA5AE143}" type="slidenum">
              <a:rPr lang="en-IN" smtClean="0"/>
              <a:t>6</a:t>
            </a:fld>
            <a:endParaRPr lang="en-IN"/>
          </a:p>
        </p:txBody>
      </p:sp>
      <p:sp>
        <p:nvSpPr>
          <p:cNvPr id="11" name="TextBox 10">
            <a:extLst>
              <a:ext uri="{FF2B5EF4-FFF2-40B4-BE49-F238E27FC236}">
                <a16:creationId xmlns:a16="http://schemas.microsoft.com/office/drawing/2014/main" id="{2320F266-4551-103D-BEBE-8069E9E5376F}"/>
              </a:ext>
            </a:extLst>
          </p:cNvPr>
          <p:cNvSpPr txBox="1"/>
          <p:nvPr/>
        </p:nvSpPr>
        <p:spPr>
          <a:xfrm>
            <a:off x="179512" y="980728"/>
            <a:ext cx="8712968" cy="3911584"/>
          </a:xfrm>
          <a:prstGeom prst="rect">
            <a:avLst/>
          </a:prstGeom>
          <a:noFill/>
        </p:spPr>
        <p:txBody>
          <a:bodyPr wrap="square" rtlCol="0">
            <a:spAutoFit/>
          </a:bodyPr>
          <a:lstStyle/>
          <a:p>
            <a:pPr lvl="1">
              <a:lnSpc>
                <a:spcPct val="150000"/>
              </a:lnSpc>
            </a:pPr>
            <a:r>
              <a:rPr lang="en-US" sz="2800" dirty="0">
                <a:latin typeface="Times New Roman" panose="02020603050405020304" pitchFamily="18" charset="0"/>
                <a:cs typeface="Times New Roman" panose="02020603050405020304" pitchFamily="18" charset="0"/>
              </a:rPr>
              <a:t>After this unit, you will be able to:</a:t>
            </a:r>
          </a:p>
          <a:p>
            <a:pPr marL="1485900" lvl="2" indent="-571500">
              <a:lnSpc>
                <a:spcPct val="150000"/>
              </a:lnSpc>
              <a:buFont typeface="+mj-lt"/>
              <a:buAutoNum type="romanUcPeriod"/>
            </a:pPr>
            <a:r>
              <a:rPr lang="en-US" sz="2800" i="1" dirty="0">
                <a:solidFill>
                  <a:srgbClr val="341BF1"/>
                </a:solidFill>
                <a:latin typeface="Bell MT" panose="02020503060305020303" pitchFamily="18" charset="0"/>
                <a:cs typeface="Times New Roman" panose="02020603050405020304" pitchFamily="18" charset="0"/>
              </a:rPr>
              <a:t>Define Abstract Data Types (ADTs) clearly </a:t>
            </a:r>
          </a:p>
          <a:p>
            <a:pPr marL="1485900" lvl="2" indent="-571500">
              <a:lnSpc>
                <a:spcPct val="150000"/>
              </a:lnSpc>
              <a:buFont typeface="+mj-lt"/>
              <a:buAutoNum type="romanUcPeriod"/>
            </a:pPr>
            <a:r>
              <a:rPr lang="en-US" sz="2800" i="1" dirty="0">
                <a:solidFill>
                  <a:srgbClr val="341BF1"/>
                </a:solidFill>
                <a:latin typeface="Bell MT" panose="02020503060305020303" pitchFamily="18" charset="0"/>
                <a:cs typeface="Times New Roman" panose="02020603050405020304" pitchFamily="18" charset="0"/>
              </a:rPr>
              <a:t>Distinguish between ADT and Data Structure </a:t>
            </a:r>
          </a:p>
          <a:p>
            <a:pPr marL="1485900" lvl="2" indent="-571500">
              <a:lnSpc>
                <a:spcPct val="150000"/>
              </a:lnSpc>
              <a:buFont typeface="+mj-lt"/>
              <a:buAutoNum type="romanUcPeriod"/>
            </a:pPr>
            <a:r>
              <a:rPr lang="en-US" sz="2800" i="1" dirty="0">
                <a:solidFill>
                  <a:srgbClr val="341BF1"/>
                </a:solidFill>
                <a:latin typeface="Bell MT" panose="02020503060305020303" pitchFamily="18" charset="0"/>
                <a:cs typeface="Times New Roman" panose="02020603050405020304" pitchFamily="18" charset="0"/>
              </a:rPr>
              <a:t>Identify operations vs implementation </a:t>
            </a:r>
          </a:p>
          <a:p>
            <a:pPr marL="1485900" lvl="2" indent="-571500">
              <a:lnSpc>
                <a:spcPct val="150000"/>
              </a:lnSpc>
              <a:buFont typeface="+mj-lt"/>
              <a:buAutoNum type="romanUcPeriod"/>
            </a:pPr>
            <a:r>
              <a:rPr lang="en-US" sz="2800" i="1" dirty="0">
                <a:solidFill>
                  <a:srgbClr val="341BF1"/>
                </a:solidFill>
                <a:latin typeface="Bell MT" panose="02020503060305020303" pitchFamily="18" charset="0"/>
                <a:cs typeface="Times New Roman" panose="02020603050405020304" pitchFamily="18" charset="0"/>
              </a:rPr>
              <a:t>Map ADTs to real-life systems </a:t>
            </a:r>
          </a:p>
          <a:p>
            <a:pPr marL="1485900" lvl="2" indent="-571500">
              <a:lnSpc>
                <a:spcPct val="150000"/>
              </a:lnSpc>
              <a:buFont typeface="+mj-lt"/>
              <a:buAutoNum type="romanUcPeriod"/>
            </a:pPr>
            <a:r>
              <a:rPr lang="en-US" sz="2800" i="1" dirty="0">
                <a:solidFill>
                  <a:srgbClr val="341BF1"/>
                </a:solidFill>
                <a:latin typeface="Bell MT" panose="02020503060305020303" pitchFamily="18" charset="0"/>
                <a:cs typeface="Times New Roman" panose="02020603050405020304" pitchFamily="18" charset="0"/>
              </a:rPr>
              <a:t>Relate ADTs to Arrays, Stack, Queue, and List</a:t>
            </a:r>
          </a:p>
        </p:txBody>
      </p:sp>
    </p:spTree>
    <p:extLst>
      <p:ext uri="{BB962C8B-B14F-4D97-AF65-F5344CB8AC3E}">
        <p14:creationId xmlns:p14="http://schemas.microsoft.com/office/powerpoint/2010/main" val="2321308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FDB63-AF08-B98C-4ABA-89D86E17C6F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B1CFDBA-733E-BB0E-FA00-80943A2C329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ADDAC0CB-859E-0248-42B8-B37742758A4C}"/>
              </a:ext>
            </a:extLst>
          </p:cNvPr>
          <p:cNvSpPr>
            <a:spLocks noChangeArrowheads="1"/>
          </p:cNvSpPr>
          <p:nvPr/>
        </p:nvSpPr>
        <p:spPr bwMode="auto">
          <a:xfrm>
            <a:off x="179512" y="120816"/>
            <a:ext cx="737060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600" b="1" dirty="0">
                <a:latin typeface="Times New Roman" panose="02020603050405020304" pitchFamily="18" charset="0"/>
                <a:cs typeface="Times New Roman" panose="02020603050405020304" pitchFamily="18" charset="0"/>
              </a:rPr>
              <a:t>Motivation Starter (Engaging Hook)</a:t>
            </a:r>
          </a:p>
        </p:txBody>
      </p:sp>
      <p:cxnSp>
        <p:nvCxnSpPr>
          <p:cNvPr id="7" name="Straight Connector 6">
            <a:extLst>
              <a:ext uri="{FF2B5EF4-FFF2-40B4-BE49-F238E27FC236}">
                <a16:creationId xmlns:a16="http://schemas.microsoft.com/office/drawing/2014/main" id="{AF9C23F4-4F69-F87C-C032-B5B91E578125}"/>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484FEE3-80B6-971B-DDE7-FEE81D5705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1ED17B8A-C5B1-6695-A97E-0845B18D63AA}"/>
              </a:ext>
            </a:extLst>
          </p:cNvPr>
          <p:cNvSpPr txBox="1"/>
          <p:nvPr/>
        </p:nvSpPr>
        <p:spPr>
          <a:xfrm>
            <a:off x="0" y="887961"/>
            <a:ext cx="8892480" cy="461665"/>
          </a:xfrm>
          <a:prstGeom prst="rect">
            <a:avLst/>
          </a:prstGeom>
          <a:noFill/>
        </p:spPr>
        <p:txBody>
          <a:bodyPr wrap="square" rtlCol="0">
            <a:spAutoFit/>
          </a:bodyPr>
          <a:lstStyle/>
          <a:p>
            <a:pPr algn="just"/>
            <a:endParaRPr lang="en-IN" sz="2400"/>
          </a:p>
        </p:txBody>
      </p:sp>
      <p:sp>
        <p:nvSpPr>
          <p:cNvPr id="3" name="Slide Number Placeholder 2">
            <a:extLst>
              <a:ext uri="{FF2B5EF4-FFF2-40B4-BE49-F238E27FC236}">
                <a16:creationId xmlns:a16="http://schemas.microsoft.com/office/drawing/2014/main" id="{821E55D7-9B05-6168-6889-8DD0F67830E9}"/>
              </a:ext>
            </a:extLst>
          </p:cNvPr>
          <p:cNvSpPr>
            <a:spLocks noGrp="1"/>
          </p:cNvSpPr>
          <p:nvPr>
            <p:ph type="sldNum" sz="quarter" idx="12"/>
          </p:nvPr>
        </p:nvSpPr>
        <p:spPr/>
        <p:txBody>
          <a:bodyPr/>
          <a:lstStyle/>
          <a:p>
            <a:fld id="{C421C46D-3F04-4F73-BF36-E6D9DA5AE143}" type="slidenum">
              <a:rPr lang="en-IN" smtClean="0"/>
              <a:t>7</a:t>
            </a:fld>
            <a:endParaRPr lang="en-IN"/>
          </a:p>
        </p:txBody>
      </p:sp>
      <p:sp>
        <p:nvSpPr>
          <p:cNvPr id="11" name="TextBox 10">
            <a:extLst>
              <a:ext uri="{FF2B5EF4-FFF2-40B4-BE49-F238E27FC236}">
                <a16:creationId xmlns:a16="http://schemas.microsoft.com/office/drawing/2014/main" id="{7695296B-1D38-B200-2176-B452073F97A1}"/>
              </a:ext>
            </a:extLst>
          </p:cNvPr>
          <p:cNvSpPr txBox="1"/>
          <p:nvPr/>
        </p:nvSpPr>
        <p:spPr>
          <a:xfrm>
            <a:off x="179512" y="980728"/>
            <a:ext cx="8712968" cy="4821256"/>
          </a:xfrm>
          <a:prstGeom prst="rect">
            <a:avLst/>
          </a:prstGeom>
          <a:noFill/>
        </p:spPr>
        <p:txBody>
          <a:bodyPr wrap="square" rtlCol="0">
            <a:spAutoFit/>
          </a:bodyPr>
          <a:lstStyle/>
          <a:p>
            <a:pPr>
              <a:lnSpc>
                <a:spcPct val="150000"/>
              </a:lnSpc>
            </a:pPr>
            <a:r>
              <a:rPr lang="en-US" sz="2600" b="1" dirty="0">
                <a:latin typeface="Times New Roman" panose="02020603050405020304" pitchFamily="18" charset="0"/>
                <a:cs typeface="Times New Roman" panose="02020603050405020304" pitchFamily="18" charset="0"/>
              </a:rPr>
              <a:t>Question to students:</a:t>
            </a:r>
            <a:endParaRPr lang="en-US" sz="2600"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
            </a:pPr>
            <a:r>
              <a:rPr lang="en-US" sz="2600" i="1" dirty="0">
                <a:latin typeface="Times New Roman" panose="02020603050405020304" pitchFamily="18" charset="0"/>
                <a:cs typeface="Times New Roman" panose="02020603050405020304" pitchFamily="18" charset="0"/>
              </a:rPr>
              <a:t>When you use an ATM, do you care how money is stored inside the machine?</a:t>
            </a:r>
          </a:p>
          <a:p>
            <a:pPr>
              <a:lnSpc>
                <a:spcPct val="150000"/>
              </a:lnSpc>
            </a:pPr>
            <a:r>
              <a:rPr lang="en-US" sz="2600" dirty="0">
                <a:highlight>
                  <a:srgbClr val="00FFFF"/>
                </a:highlight>
                <a:latin typeface="Times New Roman" panose="02020603050405020304" pitchFamily="18" charset="0"/>
                <a:cs typeface="Times New Roman" panose="02020603050405020304" pitchFamily="18" charset="0"/>
              </a:rPr>
              <a:t>Expected Answer: </a:t>
            </a:r>
            <a:r>
              <a:rPr lang="en-US" sz="2600" b="1" dirty="0">
                <a:highlight>
                  <a:srgbClr val="00FFFF"/>
                </a:highlight>
                <a:latin typeface="Times New Roman" panose="02020603050405020304" pitchFamily="18" charset="0"/>
                <a:cs typeface="Times New Roman" panose="02020603050405020304" pitchFamily="18" charset="0"/>
              </a:rPr>
              <a:t>No</a:t>
            </a:r>
            <a:endParaRPr lang="en-US" sz="2600" dirty="0">
              <a:highlight>
                <a:srgbClr val="00FFFF"/>
              </a:highlight>
              <a:latin typeface="Times New Roman" panose="02020603050405020304" pitchFamily="18" charset="0"/>
              <a:cs typeface="Times New Roman" panose="02020603050405020304" pitchFamily="18" charset="0"/>
            </a:endParaRPr>
          </a:p>
          <a:p>
            <a:pPr>
              <a:lnSpc>
                <a:spcPct val="150000"/>
              </a:lnSpc>
            </a:pPr>
            <a:r>
              <a:rPr lang="en-US" sz="2600" dirty="0">
                <a:latin typeface="Times New Roman" panose="02020603050405020304" pitchFamily="18" charset="0"/>
                <a:cs typeface="Times New Roman" panose="02020603050405020304" pitchFamily="18" charset="0"/>
              </a:rPr>
              <a:t>You only care about:</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Withdraw</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Deposit</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Check balance</a:t>
            </a:r>
          </a:p>
          <a:p>
            <a:pPr>
              <a:lnSpc>
                <a:spcPct val="150000"/>
              </a:lnSpc>
            </a:pPr>
            <a:r>
              <a:rPr lang="en-US" sz="2600" dirty="0">
                <a:highlight>
                  <a:srgbClr val="00FFFF"/>
                </a:highlight>
                <a:latin typeface="Times New Roman" panose="02020603050405020304" pitchFamily="18" charset="0"/>
                <a:cs typeface="Times New Roman" panose="02020603050405020304" pitchFamily="18" charset="0"/>
              </a:rPr>
              <a:t>This is the </a:t>
            </a:r>
            <a:r>
              <a:rPr lang="en-US" sz="2600" b="1" dirty="0">
                <a:highlight>
                  <a:srgbClr val="00FFFF"/>
                </a:highlight>
                <a:latin typeface="Times New Roman" panose="02020603050405020304" pitchFamily="18" charset="0"/>
                <a:cs typeface="Times New Roman" panose="02020603050405020304" pitchFamily="18" charset="0"/>
              </a:rPr>
              <a:t>idea of abstraction</a:t>
            </a:r>
            <a:r>
              <a:rPr lang="en-US" sz="2600" dirty="0">
                <a:highlight>
                  <a:srgbClr val="00FFFF"/>
                </a:highligh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93360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9472"/>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20815"/>
            <a:ext cx="8424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600" b="1" dirty="0">
                <a:latin typeface="Times New Roman" panose="02020603050405020304" pitchFamily="18" charset="0"/>
                <a:cs typeface="Times New Roman" panose="02020603050405020304" pitchFamily="18" charset="0"/>
              </a:rPr>
              <a:t>What is an Abstract Data Type (ADT)?</a:t>
            </a: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sp>
        <p:nvSpPr>
          <p:cNvPr id="5" name="Rectangle 4"/>
          <p:cNvSpPr/>
          <p:nvPr/>
        </p:nvSpPr>
        <p:spPr>
          <a:xfrm>
            <a:off x="107504" y="1107776"/>
            <a:ext cx="8784976" cy="6206251"/>
          </a:xfrm>
          <a:prstGeom prst="rect">
            <a:avLst/>
          </a:prstGeom>
        </p:spPr>
        <p:txBody>
          <a:bodyPr wrap="square">
            <a:spAutoFit/>
          </a:bodyPr>
          <a:lstStyle/>
          <a:p>
            <a:pPr>
              <a:lnSpc>
                <a:spcPct val="150000"/>
              </a:lnSpc>
            </a:pPr>
            <a:r>
              <a:rPr lang="en-US" sz="2600" b="1" dirty="0">
                <a:latin typeface="Times New Roman" panose="02020603050405020304" pitchFamily="18" charset="0"/>
                <a:cs typeface="Times New Roman" panose="02020603050405020304" pitchFamily="18" charset="0"/>
              </a:rPr>
              <a:t>Simple Definition</a:t>
            </a:r>
          </a:p>
          <a:p>
            <a:pPr marL="914400" lvl="1" indent="-4572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 </a:t>
            </a:r>
            <a:r>
              <a:rPr lang="en-US" sz="2400" b="1" dirty="0">
                <a:latin typeface="Times New Roman" panose="02020603050405020304" pitchFamily="18" charset="0"/>
                <a:cs typeface="Times New Roman" panose="02020603050405020304" pitchFamily="18" charset="0"/>
              </a:rPr>
              <a:t>ADT defines </a:t>
            </a:r>
            <a:r>
              <a:rPr lang="en-US" sz="2400" b="1" i="1" dirty="0">
                <a:latin typeface="Times New Roman" panose="02020603050405020304" pitchFamily="18" charset="0"/>
                <a:cs typeface="Times New Roman" panose="02020603050405020304" pitchFamily="18" charset="0"/>
              </a:rPr>
              <a:t>what operations</a:t>
            </a:r>
            <a:r>
              <a:rPr lang="en-US" sz="2400" b="1" dirty="0">
                <a:latin typeface="Times New Roman" panose="02020603050405020304" pitchFamily="18" charset="0"/>
                <a:cs typeface="Times New Roman" panose="02020603050405020304" pitchFamily="18" charset="0"/>
              </a:rPr>
              <a:t> can be performed on data, without specifying </a:t>
            </a:r>
            <a:r>
              <a:rPr lang="en-US" sz="2400" b="1" i="1" dirty="0">
                <a:latin typeface="Times New Roman" panose="02020603050405020304" pitchFamily="18" charset="0"/>
                <a:cs typeface="Times New Roman" panose="02020603050405020304" pitchFamily="18" charset="0"/>
              </a:rPr>
              <a:t>how</a:t>
            </a:r>
            <a:r>
              <a:rPr lang="en-US" sz="2400" b="1" dirty="0">
                <a:latin typeface="Times New Roman" panose="02020603050405020304" pitchFamily="18" charset="0"/>
                <a:cs typeface="Times New Roman" panose="02020603050405020304" pitchFamily="18" charset="0"/>
              </a:rPr>
              <a:t> they are implemented.</a:t>
            </a:r>
          </a:p>
          <a:p>
            <a:pPr marL="914400" lvl="1" indent="-4572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 ADT is a conceptual model that defines a set of operations and behaviors for a data structure, without specifying how these operations are implemented or how data is organized in memory. </a:t>
            </a:r>
          </a:p>
          <a:p>
            <a:pPr marL="914400" lvl="1" indent="-4572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definition of ADT only mentions what operations are to be performed but not how these operations will be implemented.</a:t>
            </a:r>
          </a:p>
          <a:p>
            <a:pPr>
              <a:lnSpc>
                <a:spcPct val="150000"/>
              </a:lnSpc>
            </a:pPr>
            <a:r>
              <a:rPr lang="en-US" sz="2600" dirty="0">
                <a:latin typeface="Times New Roman" panose="02020603050405020304" pitchFamily="18" charset="0"/>
                <a:cs typeface="Times New Roman" panose="02020603050405020304" pitchFamily="18" charset="0"/>
              </a:rPr>
              <a:t>📌</a:t>
            </a: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fld id="{C421C46D-3F04-4F73-BF36-E6D9DA5AE143}" type="slidenum">
              <a:rPr lang="en-IN" smtClean="0"/>
              <a:t>8</a:t>
            </a:fld>
            <a:endParaRPr lang="en-IN"/>
          </a:p>
        </p:txBody>
      </p:sp>
    </p:spTree>
    <p:extLst>
      <p:ext uri="{BB962C8B-B14F-4D97-AF65-F5344CB8AC3E}">
        <p14:creationId xmlns:p14="http://schemas.microsoft.com/office/powerpoint/2010/main" val="494231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6AB14-F796-5AFD-95CD-B3BD4CA9E1F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F233D92-C92D-C3F6-65FD-71B923C7759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9472"/>
            <a:ext cx="9180512" cy="6885384"/>
          </a:xfrm>
        </p:spPr>
      </p:pic>
      <p:cxnSp>
        <p:nvCxnSpPr>
          <p:cNvPr id="7" name="Straight Connector 6">
            <a:extLst>
              <a:ext uri="{FF2B5EF4-FFF2-40B4-BE49-F238E27FC236}">
                <a16:creationId xmlns:a16="http://schemas.microsoft.com/office/drawing/2014/main" id="{6B907D9F-D813-B100-93DC-AB0E53B71F6E}"/>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93BE83D-989A-5841-38E0-FD57800732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665EBB4-54E2-1516-B0D1-86CFDF1D1C9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011C1DE0-8352-8CEC-F4ED-538824E83CE8}"/>
              </a:ext>
            </a:extLst>
          </p:cNvPr>
          <p:cNvSpPr>
            <a:spLocks noChangeArrowheads="1"/>
          </p:cNvSpPr>
          <p:nvPr/>
        </p:nvSpPr>
        <p:spPr bwMode="auto">
          <a:xfrm>
            <a:off x="179512" y="120815"/>
            <a:ext cx="8424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600" b="1" dirty="0">
                <a:latin typeface="Times New Roman" panose="02020603050405020304" pitchFamily="18" charset="0"/>
                <a:cs typeface="Times New Roman" panose="02020603050405020304" pitchFamily="18" charset="0"/>
              </a:rPr>
              <a:t>What is an Abstract Data Type (ADT)?</a:t>
            </a:r>
          </a:p>
        </p:txBody>
      </p:sp>
      <p:sp>
        <p:nvSpPr>
          <p:cNvPr id="3" name="TextBox 2">
            <a:extLst>
              <a:ext uri="{FF2B5EF4-FFF2-40B4-BE49-F238E27FC236}">
                <a16:creationId xmlns:a16="http://schemas.microsoft.com/office/drawing/2014/main" id="{AD349495-9506-5580-6095-D5C79EDB1B3A}"/>
              </a:ext>
            </a:extLst>
          </p:cNvPr>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sp>
        <p:nvSpPr>
          <p:cNvPr id="5" name="Rectangle 4">
            <a:extLst>
              <a:ext uri="{FF2B5EF4-FFF2-40B4-BE49-F238E27FC236}">
                <a16:creationId xmlns:a16="http://schemas.microsoft.com/office/drawing/2014/main" id="{2E767FA8-6D29-6708-2FE2-6CF5E4231B87}"/>
              </a:ext>
            </a:extLst>
          </p:cNvPr>
          <p:cNvSpPr/>
          <p:nvPr/>
        </p:nvSpPr>
        <p:spPr>
          <a:xfrm>
            <a:off x="107504" y="1107776"/>
            <a:ext cx="8784976" cy="1953868"/>
          </a:xfrm>
          <a:prstGeom prst="rect">
            <a:avLst/>
          </a:prstGeom>
        </p:spPr>
        <p:txBody>
          <a:bodyPr wrap="square">
            <a:spAutoFit/>
          </a:bodyPr>
          <a:lstStyle/>
          <a:p>
            <a:pPr>
              <a:lnSpc>
                <a:spcPct val="150000"/>
              </a:lnSpc>
            </a:pPr>
            <a:r>
              <a:rPr lang="en-US" sz="2800" dirty="0">
                <a:latin typeface="Times New Roman" panose="02020603050405020304" pitchFamily="18" charset="0"/>
                <a:cs typeface="Times New Roman" panose="02020603050405020304" pitchFamily="18" charset="0"/>
              </a:rPr>
              <a:t>Focus:</a:t>
            </a:r>
          </a:p>
          <a:p>
            <a:pPr marL="914400" lvl="1" indent="-457200">
              <a:lnSpc>
                <a:spcPct val="150000"/>
              </a:lnSpc>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What</a:t>
            </a:r>
            <a:r>
              <a:rPr lang="en-US" sz="2800" dirty="0">
                <a:latin typeface="Times New Roman" panose="02020603050405020304" pitchFamily="18" charset="0"/>
                <a:cs typeface="Times New Roman" panose="02020603050405020304" pitchFamily="18" charset="0"/>
              </a:rPr>
              <a:t> operations are allowed</a:t>
            </a:r>
          </a:p>
          <a:p>
            <a:pPr marL="914400" lvl="1" indent="-457200">
              <a:lnSpc>
                <a:spcPct val="150000"/>
              </a:lnSpc>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Not how</a:t>
            </a:r>
            <a:r>
              <a:rPr lang="en-US" sz="2800" dirty="0">
                <a:latin typeface="Times New Roman" panose="02020603050405020304" pitchFamily="18" charset="0"/>
                <a:cs typeface="Times New Roman" panose="02020603050405020304" pitchFamily="18" charset="0"/>
              </a:rPr>
              <a:t> they are implemented</a:t>
            </a:r>
          </a:p>
        </p:txBody>
      </p:sp>
      <p:pic>
        <p:nvPicPr>
          <p:cNvPr id="1026" name="Picture 2" descr="Ezoic">
            <a:extLst>
              <a:ext uri="{FF2B5EF4-FFF2-40B4-BE49-F238E27FC236}">
                <a16:creationId xmlns:a16="http://schemas.microsoft.com/office/drawing/2014/main" id="{0D236B76-219F-667E-D345-B7F8DAA903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F2959E3-9A56-6ED5-08DB-1E90530A9BCE}"/>
              </a:ext>
            </a:extLst>
          </p:cNvPr>
          <p:cNvSpPr>
            <a:spLocks noGrp="1"/>
          </p:cNvSpPr>
          <p:nvPr>
            <p:ph type="sldNum" sz="quarter" idx="12"/>
          </p:nvPr>
        </p:nvSpPr>
        <p:spPr/>
        <p:txBody>
          <a:bodyPr/>
          <a:lstStyle/>
          <a:p>
            <a:fld id="{C421C46D-3F04-4F73-BF36-E6D9DA5AE143}" type="slidenum">
              <a:rPr lang="en-IN" smtClean="0"/>
              <a:t>9</a:t>
            </a:fld>
            <a:endParaRPr lang="en-IN"/>
          </a:p>
        </p:txBody>
      </p:sp>
    </p:spTree>
    <p:extLst>
      <p:ext uri="{BB962C8B-B14F-4D97-AF65-F5344CB8AC3E}">
        <p14:creationId xmlns:p14="http://schemas.microsoft.com/office/powerpoint/2010/main" val="3028487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9472"/>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20815"/>
            <a:ext cx="8424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600" dirty="0">
                <a:latin typeface="Times New Roman" panose="02020603050405020304" pitchFamily="18" charset="0"/>
                <a:cs typeface="Times New Roman" panose="02020603050405020304" pitchFamily="18" charset="0"/>
              </a:rPr>
              <a:t>ADT vs Data Structure (Core Concept)</a:t>
            </a:r>
            <a:endParaRPr lang="en-IN" sz="36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fld id="{C421C46D-3F04-4F73-BF36-E6D9DA5AE143}" type="slidenum">
              <a:rPr lang="en-IN" smtClean="0"/>
              <a:t>10</a:t>
            </a:fld>
            <a:endParaRPr lang="en-IN"/>
          </a:p>
        </p:txBody>
      </p:sp>
      <p:graphicFrame>
        <p:nvGraphicFramePr>
          <p:cNvPr id="8" name="Table 7">
            <a:extLst>
              <a:ext uri="{FF2B5EF4-FFF2-40B4-BE49-F238E27FC236}">
                <a16:creationId xmlns:a16="http://schemas.microsoft.com/office/drawing/2014/main" id="{C172D7A6-CDA2-6088-A98E-82BCFCB0BE4A}"/>
              </a:ext>
            </a:extLst>
          </p:cNvPr>
          <p:cNvGraphicFramePr>
            <a:graphicFrameLocks noGrp="1"/>
          </p:cNvGraphicFramePr>
          <p:nvPr>
            <p:extLst>
              <p:ext uri="{D42A27DB-BD31-4B8C-83A1-F6EECF244321}">
                <p14:modId xmlns:p14="http://schemas.microsoft.com/office/powerpoint/2010/main" val="859990365"/>
              </p:ext>
            </p:extLst>
          </p:nvPr>
        </p:nvGraphicFramePr>
        <p:xfrm>
          <a:off x="590870" y="1327309"/>
          <a:ext cx="8229600" cy="3358944"/>
        </p:xfrm>
        <a:graphic>
          <a:graphicData uri="http://schemas.openxmlformats.org/drawingml/2006/table">
            <a:tbl>
              <a:tblPr>
                <a:tableStyleId>{3C2FFA5D-87B4-456A-9821-1D502468CF0F}</a:tableStyleId>
              </a:tblPr>
              <a:tblGrid>
                <a:gridCol w="4114800">
                  <a:extLst>
                    <a:ext uri="{9D8B030D-6E8A-4147-A177-3AD203B41FA5}">
                      <a16:colId xmlns:a16="http://schemas.microsoft.com/office/drawing/2014/main" val="244597048"/>
                    </a:ext>
                  </a:extLst>
                </a:gridCol>
                <a:gridCol w="4114800">
                  <a:extLst>
                    <a:ext uri="{9D8B030D-6E8A-4147-A177-3AD203B41FA5}">
                      <a16:colId xmlns:a16="http://schemas.microsoft.com/office/drawing/2014/main" val="146310632"/>
                    </a:ext>
                  </a:extLst>
                </a:gridCol>
              </a:tblGrid>
              <a:tr h="839736">
                <a:tc>
                  <a:txBody>
                    <a:bodyPr/>
                    <a:lstStyle/>
                    <a:p>
                      <a:pPr>
                        <a:buNone/>
                      </a:pPr>
                      <a:r>
                        <a:rPr lang="en-IN" sz="2600" b="1" dirty="0">
                          <a:solidFill>
                            <a:schemeClr val="tx1"/>
                          </a:solidFill>
                          <a:latin typeface="Times New Roman" panose="02020603050405020304" pitchFamily="18" charset="0"/>
                          <a:cs typeface="Times New Roman" panose="02020603050405020304" pitchFamily="18" charset="0"/>
                        </a:rPr>
                        <a:t>ADT</a:t>
                      </a:r>
                      <a:endParaRPr lang="en-IN" sz="26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2600" b="1" dirty="0">
                          <a:solidFill>
                            <a:schemeClr val="tx1"/>
                          </a:solidFill>
                          <a:latin typeface="Times New Roman" panose="02020603050405020304" pitchFamily="18" charset="0"/>
                          <a:cs typeface="Times New Roman" panose="02020603050405020304" pitchFamily="18" charset="0"/>
                        </a:rPr>
                        <a:t>Data Structure</a:t>
                      </a:r>
                      <a:endParaRPr lang="en-IN" sz="2600" b="1" i="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18907948"/>
                  </a:ext>
                </a:extLst>
              </a:tr>
              <a:tr h="839736">
                <a:tc>
                  <a:txBody>
                    <a:bodyPr/>
                    <a:lstStyle/>
                    <a:p>
                      <a:pPr>
                        <a:buNone/>
                      </a:pPr>
                      <a:r>
                        <a:rPr lang="en-IN" sz="2600"/>
                        <a:t>Logical / Conceptual</a:t>
                      </a:r>
                      <a:endParaRPr lang="en-IN" sz="2600" i="1">
                        <a:latin typeface="Times New Roman" panose="02020603050405020304" pitchFamily="18" charset="0"/>
                        <a:cs typeface="Times New Roman" panose="02020603050405020304" pitchFamily="18" charset="0"/>
                      </a:endParaRPr>
                    </a:p>
                  </a:txBody>
                  <a:tcPr anchor="ctr"/>
                </a:tc>
                <a:tc>
                  <a:txBody>
                    <a:bodyPr/>
                    <a:lstStyle/>
                    <a:p>
                      <a:pPr>
                        <a:buNone/>
                      </a:pPr>
                      <a:r>
                        <a:rPr lang="en-IN" sz="2600" dirty="0"/>
                        <a:t>Physical / Implementation</a:t>
                      </a:r>
                      <a:endParaRPr lang="en-IN" sz="2600" i="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17409705"/>
                  </a:ext>
                </a:extLst>
              </a:tr>
              <a:tr h="839736">
                <a:tc>
                  <a:txBody>
                    <a:bodyPr/>
                    <a:lstStyle/>
                    <a:p>
                      <a:pPr>
                        <a:buNone/>
                      </a:pPr>
                      <a:r>
                        <a:rPr lang="en-IN" sz="2600" dirty="0"/>
                        <a:t>What operations?</a:t>
                      </a:r>
                      <a:endParaRPr lang="en-IN" sz="2600" i="1"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600"/>
                        <a:t>How operations are done</a:t>
                      </a:r>
                      <a:endParaRPr lang="en-IN" sz="2600" i="1">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53576100"/>
                  </a:ext>
                </a:extLst>
              </a:tr>
              <a:tr h="839736">
                <a:tc>
                  <a:txBody>
                    <a:bodyPr/>
                    <a:lstStyle/>
                    <a:p>
                      <a:pPr>
                        <a:buNone/>
                      </a:pPr>
                      <a:r>
                        <a:rPr lang="en-IN" sz="2600"/>
                        <a:t>Independent of language</a:t>
                      </a:r>
                      <a:endParaRPr lang="en-IN" sz="2600" i="1">
                        <a:latin typeface="Times New Roman" panose="02020603050405020304" pitchFamily="18" charset="0"/>
                        <a:cs typeface="Times New Roman" panose="02020603050405020304" pitchFamily="18" charset="0"/>
                      </a:endParaRPr>
                    </a:p>
                  </a:txBody>
                  <a:tcPr anchor="ctr"/>
                </a:tc>
                <a:tc>
                  <a:txBody>
                    <a:bodyPr/>
                    <a:lstStyle/>
                    <a:p>
                      <a:pPr>
                        <a:buNone/>
                      </a:pPr>
                      <a:r>
                        <a:rPr lang="en-IN" sz="2600" dirty="0"/>
                        <a:t>Language dependent</a:t>
                      </a:r>
                      <a:endParaRPr lang="en-IN" sz="2600" i="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0975003"/>
                  </a:ext>
                </a:extLst>
              </a:tr>
            </a:tbl>
          </a:graphicData>
        </a:graphic>
      </p:graphicFrame>
    </p:spTree>
    <p:extLst>
      <p:ext uri="{BB962C8B-B14F-4D97-AF65-F5344CB8AC3E}">
        <p14:creationId xmlns:p14="http://schemas.microsoft.com/office/powerpoint/2010/main" val="1436573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9472"/>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20815"/>
            <a:ext cx="8424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dirty="0">
                <a:solidFill>
                  <a:srgbClr val="303030"/>
                </a:solidFill>
                <a:latin typeface="Times New Roman" panose="02020603050405020304" pitchFamily="18" charset="0"/>
                <a:cs typeface="Times New Roman" panose="02020603050405020304" pitchFamily="18" charset="0"/>
              </a:rPr>
              <a:t>Features of ADT Abstract data types</a:t>
            </a:r>
            <a:endParaRPr lang="en-IN" sz="36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sp>
        <p:nvSpPr>
          <p:cNvPr id="5" name="Rectangle 4"/>
          <p:cNvSpPr/>
          <p:nvPr/>
        </p:nvSpPr>
        <p:spPr>
          <a:xfrm>
            <a:off x="107504" y="1107776"/>
            <a:ext cx="8784976" cy="5104282"/>
          </a:xfrm>
          <a:prstGeom prst="rect">
            <a:avLst/>
          </a:prstGeom>
        </p:spPr>
        <p:txBody>
          <a:bodyPr wrap="square">
            <a:spAutoFit/>
          </a:bodyPr>
          <a:lstStyle/>
          <a:p>
            <a:pPr algn="just">
              <a:lnSpc>
                <a:spcPct val="150000"/>
              </a:lnSpc>
            </a:pPr>
            <a:r>
              <a:rPr lang="en-US" sz="2600" dirty="0">
                <a:solidFill>
                  <a:srgbClr val="303030"/>
                </a:solidFill>
                <a:latin typeface="Times New Roman" panose="02020603050405020304" pitchFamily="18" charset="0"/>
                <a:cs typeface="Times New Roman" panose="02020603050405020304" pitchFamily="18" charset="0"/>
              </a:rPr>
              <a:t>(ADTs) are a way of encapsulating data and operations on that data into a single unit. </a:t>
            </a:r>
          </a:p>
          <a:p>
            <a:pPr marL="971550" lvl="1" indent="-514350" algn="just">
              <a:lnSpc>
                <a:spcPct val="150000"/>
              </a:lnSpc>
              <a:buFont typeface="+mj-lt"/>
              <a:buAutoNum type="romanUcPeriod"/>
            </a:pPr>
            <a:r>
              <a:rPr lang="en-US" sz="2400" i="1" dirty="0">
                <a:solidFill>
                  <a:srgbClr val="303030"/>
                </a:solidFill>
                <a:latin typeface="Times New Roman" panose="02020603050405020304" pitchFamily="18" charset="0"/>
                <a:cs typeface="Times New Roman" panose="02020603050405020304" pitchFamily="18" charset="0"/>
              </a:rPr>
              <a:t>Abstraction: Better Conceptualization: </a:t>
            </a:r>
          </a:p>
          <a:p>
            <a:pPr marL="971550" lvl="1" indent="-514350" algn="just">
              <a:lnSpc>
                <a:spcPct val="150000"/>
              </a:lnSpc>
              <a:buFont typeface="+mj-lt"/>
              <a:buAutoNum type="romanUcPeriod"/>
            </a:pPr>
            <a:r>
              <a:rPr lang="en-US" sz="2400" i="1" dirty="0">
                <a:solidFill>
                  <a:srgbClr val="303030"/>
                </a:solidFill>
                <a:latin typeface="Times New Roman" panose="02020603050405020304" pitchFamily="18" charset="0"/>
                <a:cs typeface="Times New Roman" panose="02020603050405020304" pitchFamily="18" charset="0"/>
              </a:rPr>
              <a:t>Robust:</a:t>
            </a:r>
          </a:p>
          <a:p>
            <a:pPr marL="971550" lvl="1" indent="-514350" algn="just">
              <a:lnSpc>
                <a:spcPct val="150000"/>
              </a:lnSpc>
              <a:buFont typeface="+mj-lt"/>
              <a:buAutoNum type="romanUcPeriod"/>
            </a:pPr>
            <a:r>
              <a:rPr lang="en-US" sz="2400" i="1" dirty="0">
                <a:solidFill>
                  <a:srgbClr val="303030"/>
                </a:solidFill>
                <a:latin typeface="Times New Roman" panose="02020603050405020304" pitchFamily="18" charset="0"/>
                <a:cs typeface="Times New Roman" panose="02020603050405020304" pitchFamily="18" charset="0"/>
              </a:rPr>
              <a:t>Encapsulation: </a:t>
            </a:r>
          </a:p>
          <a:p>
            <a:pPr marL="971550" lvl="1" indent="-514350" algn="just">
              <a:lnSpc>
                <a:spcPct val="150000"/>
              </a:lnSpc>
              <a:buFont typeface="+mj-lt"/>
              <a:buAutoNum type="romanUcPeriod"/>
            </a:pPr>
            <a:r>
              <a:rPr lang="en-US" sz="2400" i="1" dirty="0">
                <a:solidFill>
                  <a:srgbClr val="303030"/>
                </a:solidFill>
                <a:latin typeface="Times New Roman" panose="02020603050405020304" pitchFamily="18" charset="0"/>
                <a:cs typeface="Times New Roman" panose="02020603050405020304" pitchFamily="18" charset="0"/>
              </a:rPr>
              <a:t>Data Abstraction: </a:t>
            </a:r>
          </a:p>
          <a:p>
            <a:pPr marL="971550" lvl="1" indent="-514350" algn="just">
              <a:lnSpc>
                <a:spcPct val="150000"/>
              </a:lnSpc>
              <a:buFont typeface="+mj-lt"/>
              <a:buAutoNum type="romanUcPeriod"/>
            </a:pPr>
            <a:r>
              <a:rPr lang="en-US" sz="2400" i="1" dirty="0">
                <a:solidFill>
                  <a:srgbClr val="303030"/>
                </a:solidFill>
                <a:latin typeface="Times New Roman" panose="02020603050405020304" pitchFamily="18" charset="0"/>
                <a:cs typeface="Times New Roman" panose="02020603050405020304" pitchFamily="18" charset="0"/>
              </a:rPr>
              <a:t>Data Structure Independence:</a:t>
            </a:r>
          </a:p>
          <a:p>
            <a:pPr marL="971550" lvl="1" indent="-514350" algn="just">
              <a:lnSpc>
                <a:spcPct val="150000"/>
              </a:lnSpc>
              <a:buFont typeface="+mj-lt"/>
              <a:buAutoNum type="romanUcPeriod"/>
            </a:pPr>
            <a:r>
              <a:rPr lang="en-US" sz="2400" i="1" dirty="0">
                <a:solidFill>
                  <a:srgbClr val="303030"/>
                </a:solidFill>
                <a:latin typeface="Times New Roman" panose="02020603050405020304" pitchFamily="18" charset="0"/>
                <a:cs typeface="Times New Roman" panose="02020603050405020304" pitchFamily="18" charset="0"/>
              </a:rPr>
              <a:t>Information Hiding:</a:t>
            </a:r>
          </a:p>
          <a:p>
            <a:pPr marL="971550" lvl="1" indent="-514350" algn="just">
              <a:lnSpc>
                <a:spcPct val="150000"/>
              </a:lnSpc>
              <a:buFont typeface="+mj-lt"/>
              <a:buAutoNum type="romanUcPeriod"/>
            </a:pPr>
            <a:r>
              <a:rPr lang="en-US" sz="2400" i="1" dirty="0">
                <a:solidFill>
                  <a:srgbClr val="303030"/>
                </a:solidFill>
                <a:latin typeface="Times New Roman" panose="02020603050405020304" pitchFamily="18" charset="0"/>
                <a:cs typeface="Times New Roman" panose="02020603050405020304" pitchFamily="18" charset="0"/>
              </a:rPr>
              <a:t>Modularity:</a:t>
            </a:r>
            <a:endParaRPr lang="en-US" i="1" dirty="0">
              <a:solidFill>
                <a:srgbClr val="303030"/>
              </a:solidFill>
              <a:effectLst/>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fld id="{C421C46D-3F04-4F73-BF36-E6D9DA5AE143}" type="slidenum">
              <a:rPr lang="en-IN" smtClean="0"/>
              <a:t>11</a:t>
            </a:fld>
            <a:endParaRPr lang="en-IN"/>
          </a:p>
        </p:txBody>
      </p:sp>
    </p:spTree>
    <p:extLst>
      <p:ext uri="{BB962C8B-B14F-4D97-AF65-F5344CB8AC3E}">
        <p14:creationId xmlns:p14="http://schemas.microsoft.com/office/powerpoint/2010/main" val="588016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D2213-3DCF-682D-A041-EE59FB8223C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CD23C38-6713-FCE6-5DDB-DE2C7F2EDAB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9472"/>
            <a:ext cx="9180512" cy="6885384"/>
          </a:xfrm>
        </p:spPr>
      </p:pic>
      <p:cxnSp>
        <p:nvCxnSpPr>
          <p:cNvPr id="7" name="Straight Connector 6">
            <a:extLst>
              <a:ext uri="{FF2B5EF4-FFF2-40B4-BE49-F238E27FC236}">
                <a16:creationId xmlns:a16="http://schemas.microsoft.com/office/drawing/2014/main" id="{C6A03AAF-77ED-5907-080F-7504BDA1F4DA}"/>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0E753DA-B739-A5F7-2E1F-4DAA00DA241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048FCCE-3324-BCC6-13FC-7F2D891CE52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21EA122E-8108-C598-C23E-4BB10CC09E5F}"/>
              </a:ext>
            </a:extLst>
          </p:cNvPr>
          <p:cNvSpPr>
            <a:spLocks noChangeArrowheads="1"/>
          </p:cNvSpPr>
          <p:nvPr/>
        </p:nvSpPr>
        <p:spPr bwMode="auto">
          <a:xfrm>
            <a:off x="179512" y="120815"/>
            <a:ext cx="8424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dirty="0">
                <a:solidFill>
                  <a:srgbClr val="303030"/>
                </a:solidFill>
                <a:latin typeface="Times New Roman" panose="02020603050405020304" pitchFamily="18" charset="0"/>
                <a:cs typeface="Times New Roman" panose="02020603050405020304" pitchFamily="18" charset="0"/>
              </a:rPr>
              <a:t>Features of ADT Abstract data types..</a:t>
            </a:r>
            <a:endParaRPr lang="en-IN" sz="36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99F0342D-781B-4A21-961C-A70A621A00D6}"/>
              </a:ext>
            </a:extLst>
          </p:cNvPr>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sp>
        <p:nvSpPr>
          <p:cNvPr id="5" name="Rectangle 4">
            <a:extLst>
              <a:ext uri="{FF2B5EF4-FFF2-40B4-BE49-F238E27FC236}">
                <a16:creationId xmlns:a16="http://schemas.microsoft.com/office/drawing/2014/main" id="{FFCB8D84-1A99-5648-6F3E-7E903B01A87A}"/>
              </a:ext>
            </a:extLst>
          </p:cNvPr>
          <p:cNvSpPr/>
          <p:nvPr/>
        </p:nvSpPr>
        <p:spPr>
          <a:xfrm>
            <a:off x="107504" y="1107776"/>
            <a:ext cx="8784976" cy="1820948"/>
          </a:xfrm>
          <a:prstGeom prst="rect">
            <a:avLst/>
          </a:prstGeom>
        </p:spPr>
        <p:txBody>
          <a:bodyPr wrap="square">
            <a:spAutoFit/>
          </a:bodyPr>
          <a:lstStyle/>
          <a:p>
            <a:pPr algn="just" fontAlgn="base">
              <a:lnSpc>
                <a:spcPct val="150000"/>
              </a:lnSpc>
            </a:pPr>
            <a:r>
              <a:rPr lang="en-US" sz="2600" dirty="0">
                <a:latin typeface="Times New Roman" panose="02020603050405020304" pitchFamily="18" charset="0"/>
                <a:cs typeface="Times New Roman" panose="02020603050405020304" pitchFamily="18" charset="0"/>
              </a:rPr>
              <a:t>Overall, ADTs provide a powerful tool for organizing and manipulating data in a structured and efficient manner.</a:t>
            </a:r>
          </a:p>
          <a:p>
            <a:pPr algn="just" fontAlgn="base">
              <a:lnSpc>
                <a:spcPct val="150000"/>
              </a:lnSpc>
            </a:pPr>
            <a:endParaRPr lang="en-US" sz="2600"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16C7D83A-DC8C-AC22-8210-A7DB76CD45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2C570602-4CA7-5ADF-E747-BC3BFF69439D}"/>
              </a:ext>
            </a:extLst>
          </p:cNvPr>
          <p:cNvSpPr>
            <a:spLocks noGrp="1"/>
          </p:cNvSpPr>
          <p:nvPr>
            <p:ph type="sldNum" sz="quarter" idx="12"/>
          </p:nvPr>
        </p:nvSpPr>
        <p:spPr/>
        <p:txBody>
          <a:bodyPr/>
          <a:lstStyle/>
          <a:p>
            <a:fld id="{C421C46D-3F04-4F73-BF36-E6D9DA5AE143}" type="slidenum">
              <a:rPr lang="en-IN" smtClean="0"/>
              <a:t>12</a:t>
            </a:fld>
            <a:endParaRPr lang="en-IN"/>
          </a:p>
        </p:txBody>
      </p:sp>
      <p:pic>
        <p:nvPicPr>
          <p:cNvPr id="8" name="Picture 7">
            <a:extLst>
              <a:ext uri="{FF2B5EF4-FFF2-40B4-BE49-F238E27FC236}">
                <a16:creationId xmlns:a16="http://schemas.microsoft.com/office/drawing/2014/main" id="{C35C31A1-7DC9-43A1-BC59-3BE2C978EA69}"/>
              </a:ext>
            </a:extLst>
          </p:cNvPr>
          <p:cNvPicPr>
            <a:picLocks noChangeAspect="1"/>
          </p:cNvPicPr>
          <p:nvPr/>
        </p:nvPicPr>
        <p:blipFill>
          <a:blip r:embed="rId6"/>
          <a:stretch>
            <a:fillRect/>
          </a:stretch>
        </p:blipFill>
        <p:spPr>
          <a:xfrm>
            <a:off x="869110" y="2622859"/>
            <a:ext cx="7442291" cy="3620947"/>
          </a:xfrm>
          <a:prstGeom prst="rect">
            <a:avLst/>
          </a:prstGeom>
        </p:spPr>
      </p:pic>
    </p:spTree>
    <p:extLst>
      <p:ext uri="{BB962C8B-B14F-4D97-AF65-F5344CB8AC3E}">
        <p14:creationId xmlns:p14="http://schemas.microsoft.com/office/powerpoint/2010/main" val="2389618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E600C-D764-385C-83C4-5548DE3D8F6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E34C44B-FB11-9414-8C04-3302B4AA078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333722E0-0296-454F-57B8-F18DFA667272}"/>
              </a:ext>
            </a:extLst>
          </p:cNvPr>
          <p:cNvSpPr>
            <a:spLocks noChangeArrowheads="1"/>
          </p:cNvSpPr>
          <p:nvPr/>
        </p:nvSpPr>
        <p:spPr bwMode="auto">
          <a:xfrm>
            <a:off x="179512" y="32107"/>
            <a:ext cx="2176621" cy="823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1">
              <a:lnSpc>
                <a:spcPct val="150000"/>
              </a:lnSpc>
            </a:pPr>
            <a:r>
              <a:rPr lang="en-US" sz="3600" b="1" dirty="0">
                <a:latin typeface="Times New Roman" panose="02020603050405020304" pitchFamily="18" charset="0"/>
                <a:cs typeface="Times New Roman" panose="02020603050405020304" pitchFamily="18" charset="0"/>
              </a:rPr>
              <a:t>CONT..</a:t>
            </a:r>
          </a:p>
        </p:txBody>
      </p:sp>
      <p:cxnSp>
        <p:nvCxnSpPr>
          <p:cNvPr id="7" name="Straight Connector 6">
            <a:extLst>
              <a:ext uri="{FF2B5EF4-FFF2-40B4-BE49-F238E27FC236}">
                <a16:creationId xmlns:a16="http://schemas.microsoft.com/office/drawing/2014/main" id="{8236DD6F-32EA-7B99-4B3D-9BDDEE5733DE}"/>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541F3F8-3ED6-3B47-3228-55D7F740EE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C5922919-28A8-2E23-4AAD-5C92B151FE96}"/>
              </a:ext>
            </a:extLst>
          </p:cNvPr>
          <p:cNvSpPr>
            <a:spLocks noGrp="1"/>
          </p:cNvSpPr>
          <p:nvPr>
            <p:ph type="sldNum" sz="quarter" idx="12"/>
          </p:nvPr>
        </p:nvSpPr>
        <p:spPr/>
        <p:txBody>
          <a:bodyPr/>
          <a:lstStyle/>
          <a:p>
            <a:fld id="{C421C46D-3F04-4F73-BF36-E6D9DA5AE143}" type="slidenum">
              <a:rPr lang="en-IN" smtClean="0"/>
              <a:t>13</a:t>
            </a:fld>
            <a:endParaRPr lang="en-IN"/>
          </a:p>
        </p:txBody>
      </p:sp>
      <p:sp>
        <p:nvSpPr>
          <p:cNvPr id="22" name="TextBox 21">
            <a:extLst>
              <a:ext uri="{FF2B5EF4-FFF2-40B4-BE49-F238E27FC236}">
                <a16:creationId xmlns:a16="http://schemas.microsoft.com/office/drawing/2014/main" id="{5CAEE8BA-B950-98A2-70DB-34810288C4DC}"/>
              </a:ext>
            </a:extLst>
          </p:cNvPr>
          <p:cNvSpPr txBox="1"/>
          <p:nvPr/>
        </p:nvSpPr>
        <p:spPr>
          <a:xfrm>
            <a:off x="179512" y="1104674"/>
            <a:ext cx="8424936" cy="3021276"/>
          </a:xfrm>
          <a:prstGeom prst="rect">
            <a:avLst/>
          </a:prstGeom>
          <a:noFill/>
        </p:spPr>
        <p:txBody>
          <a:bodyPr wrap="square">
            <a:spAutoFit/>
          </a:bodyPr>
          <a:lstStyle/>
          <a:p>
            <a:pPr algn="just" fontAlgn="base">
              <a:lnSpc>
                <a:spcPct val="150000"/>
              </a:lnSpc>
            </a:pPr>
            <a:r>
              <a:rPr lang="en-US" sz="2600" dirty="0">
                <a:latin typeface="Times New Roman" panose="02020603050405020304" pitchFamily="18" charset="0"/>
                <a:cs typeface="Times New Roman" panose="02020603050405020304" pitchFamily="18" charset="0"/>
              </a:rPr>
              <a:t>This image demonstrates how an Abstract Data Type (ADT) hides internal data structures (like arrays, linked lists) </a:t>
            </a:r>
          </a:p>
          <a:p>
            <a:pPr marL="914400" lvl="1" indent="-457200" algn="just" fontAlgn="base">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using public and private functions, </a:t>
            </a:r>
          </a:p>
          <a:p>
            <a:pPr marL="914400" lvl="1" indent="-457200" algn="just" fontAlgn="base">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exposing only a defined interface to the application program.</a:t>
            </a:r>
          </a:p>
        </p:txBody>
      </p:sp>
    </p:spTree>
    <p:extLst>
      <p:ext uri="{BB962C8B-B14F-4D97-AF65-F5344CB8AC3E}">
        <p14:creationId xmlns:p14="http://schemas.microsoft.com/office/powerpoint/2010/main" val="1441867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22">
                                            <p:txEl>
                                              <p:pRg st="1" end="1"/>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2">
                                            <p:txEl>
                                              <p:pRg st="2" end="2"/>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8B338-33FE-3EFC-1ACA-FFE0D16EE4B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BB00F62-504A-07CC-0004-25AD0989249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B46F2069-9832-664B-4606-DA032400BA04}"/>
              </a:ext>
            </a:extLst>
          </p:cNvPr>
          <p:cNvSpPr>
            <a:spLocks noChangeArrowheads="1"/>
          </p:cNvSpPr>
          <p:nvPr/>
        </p:nvSpPr>
        <p:spPr bwMode="auto">
          <a:xfrm>
            <a:off x="179512" y="120818"/>
            <a:ext cx="31495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Why Use ADTs?</a:t>
            </a:r>
          </a:p>
        </p:txBody>
      </p:sp>
      <p:cxnSp>
        <p:nvCxnSpPr>
          <p:cNvPr id="7" name="Straight Connector 6">
            <a:extLst>
              <a:ext uri="{FF2B5EF4-FFF2-40B4-BE49-F238E27FC236}">
                <a16:creationId xmlns:a16="http://schemas.microsoft.com/office/drawing/2014/main" id="{5B906BE1-C836-9037-C742-62E8CB472133}"/>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1DFDB40-0230-20B6-1ECB-8A10538E22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E5F59A44-249B-CACC-3AD5-3BA0816FE664}"/>
              </a:ext>
            </a:extLst>
          </p:cNvPr>
          <p:cNvSpPr>
            <a:spLocks noGrp="1"/>
          </p:cNvSpPr>
          <p:nvPr>
            <p:ph type="sldNum" sz="quarter" idx="12"/>
          </p:nvPr>
        </p:nvSpPr>
        <p:spPr/>
        <p:txBody>
          <a:bodyPr/>
          <a:lstStyle/>
          <a:p>
            <a:fld id="{C421C46D-3F04-4F73-BF36-E6D9DA5AE143}" type="slidenum">
              <a:rPr lang="en-IN" smtClean="0"/>
              <a:t>14</a:t>
            </a:fld>
            <a:endParaRPr lang="en-IN"/>
          </a:p>
        </p:txBody>
      </p:sp>
      <p:sp>
        <p:nvSpPr>
          <p:cNvPr id="22" name="TextBox 21">
            <a:extLst>
              <a:ext uri="{FF2B5EF4-FFF2-40B4-BE49-F238E27FC236}">
                <a16:creationId xmlns:a16="http://schemas.microsoft.com/office/drawing/2014/main" id="{4771A9C1-140F-D8AA-78A1-BC4AB0A2375D}"/>
              </a:ext>
            </a:extLst>
          </p:cNvPr>
          <p:cNvSpPr txBox="1"/>
          <p:nvPr/>
        </p:nvSpPr>
        <p:spPr>
          <a:xfrm>
            <a:off x="179512" y="1104674"/>
            <a:ext cx="8424936" cy="5058116"/>
          </a:xfrm>
          <a:prstGeom prst="rect">
            <a:avLst/>
          </a:prstGeom>
          <a:noFill/>
        </p:spPr>
        <p:txBody>
          <a:bodyPr wrap="square">
            <a:spAutoFit/>
          </a:bodyPr>
          <a:lstStyle/>
          <a:p>
            <a:pPr fontAlgn="base">
              <a:lnSpc>
                <a:spcPct val="150000"/>
              </a:lnSpc>
            </a:pPr>
            <a:r>
              <a:rPr lang="en-US" sz="2600" dirty="0">
                <a:latin typeface="Times New Roman" panose="02020603050405020304" pitchFamily="18" charset="0"/>
                <a:cs typeface="Times New Roman" panose="02020603050405020304" pitchFamily="18" charset="0"/>
              </a:rPr>
              <a:t>The key reasons to use ADTs in Java are listed below:</a:t>
            </a:r>
          </a:p>
          <a:p>
            <a:pPr marL="914400" lvl="1" indent="-457200" algn="just"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Encapsulation: </a:t>
            </a:r>
            <a:r>
              <a:rPr lang="en-US" sz="2400" dirty="0">
                <a:latin typeface="Times New Roman" panose="02020603050405020304" pitchFamily="18" charset="0"/>
                <a:cs typeface="Times New Roman" panose="02020603050405020304" pitchFamily="18" charset="0"/>
              </a:rPr>
              <a:t>Hides complex implementation details behind a clean interface.</a:t>
            </a:r>
          </a:p>
          <a:p>
            <a:pPr marL="914400" lvl="1" indent="-457200" algn="just"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Reusability</a:t>
            </a:r>
            <a:r>
              <a:rPr lang="en-US" sz="2400" dirty="0">
                <a:latin typeface="Times New Roman" panose="02020603050405020304" pitchFamily="18" charset="0"/>
                <a:cs typeface="Times New Roman" panose="02020603050405020304" pitchFamily="18" charset="0"/>
              </a:rPr>
              <a:t>: Allows different internal implementations (e.g., array or linked list) without changing external usage.</a:t>
            </a:r>
          </a:p>
          <a:p>
            <a:pPr marL="914400" lvl="1" indent="-457200" algn="just"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Modularity:</a:t>
            </a:r>
            <a:r>
              <a:rPr lang="en-US" sz="2400" dirty="0">
                <a:latin typeface="Times New Roman" panose="02020603050405020304" pitchFamily="18" charset="0"/>
                <a:cs typeface="Times New Roman" panose="02020603050405020304" pitchFamily="18" charset="0"/>
              </a:rPr>
              <a:t> Simplifies maintenance and updates by separating logic.</a:t>
            </a:r>
          </a:p>
          <a:p>
            <a:pPr marL="914400" lvl="1" indent="-457200" algn="just"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Security: </a:t>
            </a:r>
            <a:r>
              <a:rPr lang="en-US" sz="2400" dirty="0">
                <a:latin typeface="Times New Roman" panose="02020603050405020304" pitchFamily="18" charset="0"/>
                <a:cs typeface="Times New Roman" panose="02020603050405020304" pitchFamily="18" charset="0"/>
              </a:rPr>
              <a:t>Protects data by preventing direct access, minimizing bugs and unintended changes.</a:t>
            </a:r>
          </a:p>
        </p:txBody>
      </p:sp>
    </p:spTree>
    <p:extLst>
      <p:ext uri="{BB962C8B-B14F-4D97-AF65-F5344CB8AC3E}">
        <p14:creationId xmlns:p14="http://schemas.microsoft.com/office/powerpoint/2010/main" val="40008354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22">
                                            <p:txEl>
                                              <p:pRg st="1" end="1"/>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2">
                                            <p:txEl>
                                              <p:pRg st="2" end="2"/>
                                            </p:txEl>
                                          </p:spTgt>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22">
                                            <p:txEl>
                                              <p:pRg st="3" end="3"/>
                                            </p:txEl>
                                          </p:spTgt>
                                        </p:tgtEl>
                                      </p:cBhvr>
                                      <p:by x="150000" y="150000"/>
                                    </p:animScale>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22">
                                            <p:txEl>
                                              <p:pRg st="4" end="4"/>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D748C-561F-9211-40E1-C914211E909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ED15C9E-A6E0-76E6-6B5E-BEC220FD240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35D3A2A8-74DB-696B-1004-AD64AFD3BD1A}"/>
              </a:ext>
            </a:extLst>
          </p:cNvPr>
          <p:cNvSpPr>
            <a:spLocks noChangeArrowheads="1"/>
          </p:cNvSpPr>
          <p:nvPr/>
        </p:nvSpPr>
        <p:spPr bwMode="auto">
          <a:xfrm>
            <a:off x="179512" y="120818"/>
            <a:ext cx="459651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600" b="1" dirty="0"/>
              <a:t>Components of an ADT</a:t>
            </a:r>
          </a:p>
        </p:txBody>
      </p:sp>
      <p:cxnSp>
        <p:nvCxnSpPr>
          <p:cNvPr id="7" name="Straight Connector 6">
            <a:extLst>
              <a:ext uri="{FF2B5EF4-FFF2-40B4-BE49-F238E27FC236}">
                <a16:creationId xmlns:a16="http://schemas.microsoft.com/office/drawing/2014/main" id="{87F7DE1F-416C-AF65-0860-FD8E4D4D95B0}"/>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DFB3578-DBE3-B4F7-EE40-5D21319EFBB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F344799F-BAB6-0CD1-DB8C-39E92E6E8491}"/>
              </a:ext>
            </a:extLst>
          </p:cNvPr>
          <p:cNvSpPr>
            <a:spLocks noGrp="1"/>
          </p:cNvSpPr>
          <p:nvPr>
            <p:ph type="sldNum" sz="quarter" idx="12"/>
          </p:nvPr>
        </p:nvSpPr>
        <p:spPr/>
        <p:txBody>
          <a:bodyPr/>
          <a:lstStyle/>
          <a:p>
            <a:fld id="{C421C46D-3F04-4F73-BF36-E6D9DA5AE143}" type="slidenum">
              <a:rPr lang="en-IN" smtClean="0"/>
              <a:t>15</a:t>
            </a:fld>
            <a:endParaRPr lang="en-IN"/>
          </a:p>
        </p:txBody>
      </p:sp>
      <p:sp>
        <p:nvSpPr>
          <p:cNvPr id="22" name="TextBox 21">
            <a:extLst>
              <a:ext uri="{FF2B5EF4-FFF2-40B4-BE49-F238E27FC236}">
                <a16:creationId xmlns:a16="http://schemas.microsoft.com/office/drawing/2014/main" id="{7F7C4BA2-C1DD-23E3-6C6F-2C56DA8E247E}"/>
              </a:ext>
            </a:extLst>
          </p:cNvPr>
          <p:cNvSpPr txBox="1"/>
          <p:nvPr/>
        </p:nvSpPr>
        <p:spPr>
          <a:xfrm>
            <a:off x="179512" y="1104674"/>
            <a:ext cx="8424936" cy="2600199"/>
          </a:xfrm>
          <a:prstGeom prst="rect">
            <a:avLst/>
          </a:prstGeom>
          <a:noFill/>
        </p:spPr>
        <p:txBody>
          <a:bodyPr wrap="square">
            <a:spAutoFit/>
          </a:bodyPr>
          <a:lstStyle/>
          <a:p>
            <a:pPr lvl="1">
              <a:lnSpc>
                <a:spcPct val="150000"/>
              </a:lnSpc>
            </a:pPr>
            <a:r>
              <a:rPr lang="en-US" sz="2800" dirty="0">
                <a:latin typeface="Times New Roman" panose="02020603050405020304" pitchFamily="18" charset="0"/>
                <a:cs typeface="Times New Roman" panose="02020603050405020304" pitchFamily="18" charset="0"/>
              </a:rPr>
              <a:t>Every ADT has:</a:t>
            </a:r>
          </a:p>
          <a:p>
            <a:pPr marL="1485900" lvl="2" indent="-571500">
              <a:lnSpc>
                <a:spcPct val="150000"/>
              </a:lnSpc>
              <a:buFont typeface="+mj-lt"/>
              <a:buAutoNum type="romanUcPeriod"/>
            </a:pPr>
            <a:r>
              <a:rPr lang="en-US" sz="2800" b="1" dirty="0">
                <a:latin typeface="Times New Roman" panose="02020603050405020304" pitchFamily="18" charset="0"/>
                <a:cs typeface="Times New Roman" panose="02020603050405020304" pitchFamily="18" charset="0"/>
              </a:rPr>
              <a:t>Data</a:t>
            </a:r>
            <a:r>
              <a:rPr lang="en-US" sz="2800" dirty="0">
                <a:latin typeface="Times New Roman" panose="02020603050405020304" pitchFamily="18" charset="0"/>
                <a:cs typeface="Times New Roman" panose="02020603050405020304" pitchFamily="18" charset="0"/>
              </a:rPr>
              <a:t> (values)</a:t>
            </a:r>
          </a:p>
          <a:p>
            <a:pPr marL="1485900" lvl="2" indent="-571500">
              <a:lnSpc>
                <a:spcPct val="150000"/>
              </a:lnSpc>
              <a:buFont typeface="+mj-lt"/>
              <a:buAutoNum type="romanUcPeriod"/>
            </a:pPr>
            <a:r>
              <a:rPr lang="en-US" sz="2800" b="1" dirty="0">
                <a:latin typeface="Times New Roman" panose="02020603050405020304" pitchFamily="18" charset="0"/>
                <a:cs typeface="Times New Roman" panose="02020603050405020304" pitchFamily="18" charset="0"/>
              </a:rPr>
              <a:t>Operations</a:t>
            </a:r>
            <a:r>
              <a:rPr lang="en-US" sz="2800" dirty="0">
                <a:latin typeface="Times New Roman" panose="02020603050405020304" pitchFamily="18" charset="0"/>
                <a:cs typeface="Times New Roman" panose="02020603050405020304" pitchFamily="18" charset="0"/>
              </a:rPr>
              <a:t> (functions)</a:t>
            </a:r>
          </a:p>
          <a:p>
            <a:pPr marL="1485900" lvl="2" indent="-571500">
              <a:lnSpc>
                <a:spcPct val="150000"/>
              </a:lnSpc>
              <a:buFont typeface="+mj-lt"/>
              <a:buAutoNum type="romanUcPeriod"/>
            </a:pPr>
            <a:r>
              <a:rPr lang="en-US" sz="2800" b="1" dirty="0">
                <a:latin typeface="Times New Roman" panose="02020603050405020304" pitchFamily="18" charset="0"/>
                <a:cs typeface="Times New Roman" panose="02020603050405020304" pitchFamily="18" charset="0"/>
              </a:rPr>
              <a:t>Rules/Constraints</a:t>
            </a:r>
            <a:r>
              <a:rPr lang="en-US" sz="2800" dirty="0">
                <a:latin typeface="Times New Roman" panose="02020603050405020304" pitchFamily="18" charset="0"/>
                <a:cs typeface="Times New Roman" panose="02020603050405020304" pitchFamily="18" charset="0"/>
              </a:rPr>
              <a:t> (behavior)</a:t>
            </a:r>
          </a:p>
        </p:txBody>
      </p:sp>
    </p:spTree>
    <p:extLst>
      <p:ext uri="{BB962C8B-B14F-4D97-AF65-F5344CB8AC3E}">
        <p14:creationId xmlns:p14="http://schemas.microsoft.com/office/powerpoint/2010/main" val="2633343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22">
                                            <p:txEl>
                                              <p:pRg st="1" end="1"/>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2">
                                            <p:txEl>
                                              <p:pRg st="2" end="2"/>
                                            </p:txEl>
                                          </p:spTgt>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22">
                                            <p:txEl>
                                              <p:pRg st="3" end="3"/>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2A79E-B434-6D9F-93A5-553E4A443AD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6DD5B85-8E8C-6F6D-85D9-B514A7EBD37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06D15BDE-B824-D4BF-2B40-83FAEB23300B}"/>
              </a:ext>
            </a:extLst>
          </p:cNvPr>
          <p:cNvSpPr>
            <a:spLocks noChangeArrowheads="1"/>
          </p:cNvSpPr>
          <p:nvPr/>
        </p:nvSpPr>
        <p:spPr bwMode="auto">
          <a:xfrm>
            <a:off x="179512" y="120818"/>
            <a:ext cx="35466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Examples of ADTs</a:t>
            </a:r>
          </a:p>
        </p:txBody>
      </p:sp>
      <p:cxnSp>
        <p:nvCxnSpPr>
          <p:cNvPr id="7" name="Straight Connector 6">
            <a:extLst>
              <a:ext uri="{FF2B5EF4-FFF2-40B4-BE49-F238E27FC236}">
                <a16:creationId xmlns:a16="http://schemas.microsoft.com/office/drawing/2014/main" id="{FCDF92F0-5A69-9774-0C85-F051BB61057E}"/>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6AE4241-A9A4-0B0E-D434-5AC6DF64B5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D9951B7D-35B9-BAD6-AD48-7EF84E432411}"/>
              </a:ext>
            </a:extLst>
          </p:cNvPr>
          <p:cNvSpPr>
            <a:spLocks noGrp="1"/>
          </p:cNvSpPr>
          <p:nvPr>
            <p:ph type="sldNum" sz="quarter" idx="12"/>
          </p:nvPr>
        </p:nvSpPr>
        <p:spPr/>
        <p:txBody>
          <a:bodyPr/>
          <a:lstStyle/>
          <a:p>
            <a:fld id="{C421C46D-3F04-4F73-BF36-E6D9DA5AE143}" type="slidenum">
              <a:rPr lang="en-IN" smtClean="0"/>
              <a:t>16</a:t>
            </a:fld>
            <a:endParaRPr lang="en-IN"/>
          </a:p>
        </p:txBody>
      </p:sp>
      <p:sp>
        <p:nvSpPr>
          <p:cNvPr id="22" name="TextBox 21">
            <a:extLst>
              <a:ext uri="{FF2B5EF4-FFF2-40B4-BE49-F238E27FC236}">
                <a16:creationId xmlns:a16="http://schemas.microsoft.com/office/drawing/2014/main" id="{E4E5A35F-905F-A555-FA50-244279858F37}"/>
              </a:ext>
            </a:extLst>
          </p:cNvPr>
          <p:cNvSpPr txBox="1"/>
          <p:nvPr/>
        </p:nvSpPr>
        <p:spPr>
          <a:xfrm>
            <a:off x="206570" y="820703"/>
            <a:ext cx="8424936" cy="6022098"/>
          </a:xfrm>
          <a:prstGeom prst="rect">
            <a:avLst/>
          </a:prstGeom>
          <a:noFill/>
        </p:spPr>
        <p:txBody>
          <a:bodyPr wrap="square">
            <a:spAutoFit/>
          </a:bodyPr>
          <a:lstStyle/>
          <a:p>
            <a:pPr algn="just" fontAlgn="base">
              <a:lnSpc>
                <a:spcPct val="150000"/>
              </a:lnSpc>
            </a:pPr>
            <a:r>
              <a:rPr lang="en-US" sz="2600" dirty="0">
                <a:latin typeface="Times New Roman" panose="02020603050405020304" pitchFamily="18" charset="0"/>
                <a:cs typeface="Times New Roman" panose="02020603050405020304" pitchFamily="18" charset="0"/>
              </a:rPr>
              <a:t>Now, let's understand three common ADT’s: </a:t>
            </a:r>
          </a:p>
          <a:p>
            <a:pPr marL="1028700" lvl="1" indent="-571500" algn="just" fontAlgn="base">
              <a:lnSpc>
                <a:spcPct val="150000"/>
              </a:lnSpc>
              <a:buFont typeface="+mj-lt"/>
              <a:buAutoNum type="romanUcPeriod"/>
            </a:pPr>
            <a:r>
              <a:rPr lang="en-US" sz="2600" dirty="0">
                <a:latin typeface="Times New Roman" panose="02020603050405020304" pitchFamily="18" charset="0"/>
                <a:cs typeface="Times New Roman" panose="02020603050405020304" pitchFamily="18" charset="0"/>
              </a:rPr>
              <a:t>List ADT, </a:t>
            </a:r>
          </a:p>
          <a:p>
            <a:pPr marL="1028700" lvl="1" indent="-571500" algn="just" fontAlgn="base">
              <a:lnSpc>
                <a:spcPct val="150000"/>
              </a:lnSpc>
              <a:buFont typeface="+mj-lt"/>
              <a:buAutoNum type="romanUcPeriod"/>
            </a:pPr>
            <a:r>
              <a:rPr lang="en-US" sz="2600" dirty="0">
                <a:latin typeface="Times New Roman" panose="02020603050405020304" pitchFamily="18" charset="0"/>
                <a:cs typeface="Times New Roman" panose="02020603050405020304" pitchFamily="18" charset="0"/>
              </a:rPr>
              <a:t>Stack ADT, </a:t>
            </a:r>
          </a:p>
          <a:p>
            <a:pPr marL="1028700" lvl="1" indent="-571500" algn="just" fontAlgn="base">
              <a:lnSpc>
                <a:spcPct val="150000"/>
              </a:lnSpc>
              <a:buFont typeface="+mj-lt"/>
              <a:buAutoNum type="romanUcPeriod"/>
            </a:pPr>
            <a:r>
              <a:rPr lang="en-US" sz="2600" dirty="0">
                <a:latin typeface="Times New Roman" panose="02020603050405020304" pitchFamily="18" charset="0"/>
                <a:cs typeface="Times New Roman" panose="02020603050405020304" pitchFamily="18" charset="0"/>
              </a:rPr>
              <a:t>and Queue ADT.</a:t>
            </a:r>
          </a:p>
          <a:p>
            <a:pPr algn="just" fontAlgn="base">
              <a:lnSpc>
                <a:spcPct val="150000"/>
              </a:lnSpc>
            </a:pPr>
            <a:r>
              <a:rPr lang="en-US" sz="2600" b="1" dirty="0">
                <a:latin typeface="Times New Roman" panose="02020603050405020304" pitchFamily="18" charset="0"/>
                <a:cs typeface="Times New Roman" panose="02020603050405020304" pitchFamily="18" charset="0"/>
              </a:rPr>
              <a:t>1. List ADT</a:t>
            </a:r>
          </a:p>
          <a:p>
            <a:pPr marL="914400" lvl="1" indent="-457200" algn="just"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List ADT is a sequential collection of elements that supports a set of operations</a:t>
            </a:r>
            <a:r>
              <a:rPr lang="en-US" sz="2400" b="1" dirty="0">
                <a:latin typeface="Times New Roman" panose="02020603050405020304" pitchFamily="18" charset="0"/>
                <a:cs typeface="Times New Roman" panose="02020603050405020304" pitchFamily="18" charset="0"/>
              </a:rPr>
              <a:t> without specifying the internal implementation</a:t>
            </a:r>
            <a:r>
              <a:rPr lang="en-US" sz="2400" dirty="0">
                <a:latin typeface="Times New Roman" panose="02020603050405020304" pitchFamily="18" charset="0"/>
                <a:cs typeface="Times New Roman" panose="02020603050405020304" pitchFamily="18" charset="0"/>
              </a:rPr>
              <a:t>. </a:t>
            </a:r>
          </a:p>
          <a:p>
            <a:pPr marL="914400" lvl="1" indent="-457200" algn="just"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provides an ordered way to store, access, and modify data.</a:t>
            </a:r>
          </a:p>
        </p:txBody>
      </p:sp>
    </p:spTree>
    <p:extLst>
      <p:ext uri="{BB962C8B-B14F-4D97-AF65-F5344CB8AC3E}">
        <p14:creationId xmlns:p14="http://schemas.microsoft.com/office/powerpoint/2010/main" val="3417930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22">
                                            <p:txEl>
                                              <p:pRg st="1" end="1"/>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2">
                                            <p:txEl>
                                              <p:pRg st="2" end="2"/>
                                            </p:txEl>
                                          </p:spTgt>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22">
                                            <p:txEl>
                                              <p:pRg st="3" end="3"/>
                                            </p:txEl>
                                          </p:spTgt>
                                        </p:tgtEl>
                                      </p:cBhvr>
                                      <p:by x="150000" y="150000"/>
                                    </p:animScale>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22">
                                            <p:txEl>
                                              <p:pRg st="4" end="4"/>
                                            </p:txEl>
                                          </p:spTgt>
                                        </p:tgtEl>
                                      </p:cBhvr>
                                      <p:by x="150000" y="150000"/>
                                    </p:animScale>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p:cBhvr>
                                        <p:cTn id="26" dur="2000" fill="hold"/>
                                        <p:tgtEl>
                                          <p:spTgt spid="22">
                                            <p:txEl>
                                              <p:pRg st="5" end="5"/>
                                            </p:txEl>
                                          </p:spTgt>
                                        </p:tgtEl>
                                      </p:cBhvr>
                                      <p:by x="150000" y="150000"/>
                                    </p:animScale>
                                  </p:childTnLst>
                                </p:cTn>
                              </p:par>
                            </p:childTnLst>
                          </p:cTn>
                        </p:par>
                      </p:childTnLst>
                    </p:cTn>
                  </p:par>
                  <p:par>
                    <p:cTn id="27" fill="hold">
                      <p:stCondLst>
                        <p:cond delay="indefinite"/>
                      </p:stCondLst>
                      <p:childTnLst>
                        <p:par>
                          <p:cTn id="28" fill="hold">
                            <p:stCondLst>
                              <p:cond delay="0"/>
                            </p:stCondLst>
                            <p:childTnLst>
                              <p:par>
                                <p:cTn id="29" presetID="6" presetClass="emph" presetSubtype="0" fill="hold" nodeType="clickEffect">
                                  <p:stCondLst>
                                    <p:cond delay="0"/>
                                  </p:stCondLst>
                                  <p:childTnLst>
                                    <p:animScale>
                                      <p:cBhvr>
                                        <p:cTn id="30" dur="2000" fill="hold"/>
                                        <p:tgtEl>
                                          <p:spTgt spid="22">
                                            <p:txEl>
                                              <p:pRg st="6" end="6"/>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71F7A-1728-FE48-CDF8-A6263819A69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D205AB2-79BE-CF97-2706-1CAD8D8B654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CB3B1B46-3933-1CBA-3BCC-C599E3E32F28}"/>
              </a:ext>
            </a:extLst>
          </p:cNvPr>
          <p:cNvSpPr>
            <a:spLocks noChangeArrowheads="1"/>
          </p:cNvSpPr>
          <p:nvPr/>
        </p:nvSpPr>
        <p:spPr bwMode="auto">
          <a:xfrm>
            <a:off x="179512" y="120818"/>
            <a:ext cx="44008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Examples (1): List ADT</a:t>
            </a:r>
          </a:p>
        </p:txBody>
      </p:sp>
      <p:cxnSp>
        <p:nvCxnSpPr>
          <p:cNvPr id="7" name="Straight Connector 6">
            <a:extLst>
              <a:ext uri="{FF2B5EF4-FFF2-40B4-BE49-F238E27FC236}">
                <a16:creationId xmlns:a16="http://schemas.microsoft.com/office/drawing/2014/main" id="{42019987-C51E-E979-DE55-316466480FB6}"/>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3176BD7-709C-EFDB-A74A-73006E835D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3A416DF0-41F0-46BF-6490-2F082AD467A5}"/>
              </a:ext>
            </a:extLst>
          </p:cNvPr>
          <p:cNvSpPr>
            <a:spLocks noGrp="1"/>
          </p:cNvSpPr>
          <p:nvPr>
            <p:ph type="sldNum" sz="quarter" idx="12"/>
          </p:nvPr>
        </p:nvSpPr>
        <p:spPr/>
        <p:txBody>
          <a:bodyPr/>
          <a:lstStyle/>
          <a:p>
            <a:fld id="{C421C46D-3F04-4F73-BF36-E6D9DA5AE143}" type="slidenum">
              <a:rPr lang="en-IN" smtClean="0"/>
              <a:t>17</a:t>
            </a:fld>
            <a:endParaRPr lang="en-IN"/>
          </a:p>
        </p:txBody>
      </p:sp>
      <p:pic>
        <p:nvPicPr>
          <p:cNvPr id="2" name="Picture 1">
            <a:extLst>
              <a:ext uri="{FF2B5EF4-FFF2-40B4-BE49-F238E27FC236}">
                <a16:creationId xmlns:a16="http://schemas.microsoft.com/office/drawing/2014/main" id="{EBB4F063-FE98-9483-41B7-7A2A4826DE93}"/>
              </a:ext>
            </a:extLst>
          </p:cNvPr>
          <p:cNvPicPr>
            <a:picLocks noChangeAspect="1"/>
          </p:cNvPicPr>
          <p:nvPr/>
        </p:nvPicPr>
        <p:blipFill>
          <a:blip r:embed="rId5"/>
          <a:stretch>
            <a:fillRect/>
          </a:stretch>
        </p:blipFill>
        <p:spPr>
          <a:xfrm>
            <a:off x="727281" y="782400"/>
            <a:ext cx="4968552" cy="2392272"/>
          </a:xfrm>
          <a:prstGeom prst="rect">
            <a:avLst/>
          </a:prstGeom>
        </p:spPr>
      </p:pic>
      <p:sp>
        <p:nvSpPr>
          <p:cNvPr id="8" name="TextBox 7">
            <a:extLst>
              <a:ext uri="{FF2B5EF4-FFF2-40B4-BE49-F238E27FC236}">
                <a16:creationId xmlns:a16="http://schemas.microsoft.com/office/drawing/2014/main" id="{329050D0-7EFE-12DC-3A45-82538E255870}"/>
              </a:ext>
            </a:extLst>
          </p:cNvPr>
          <p:cNvSpPr txBox="1"/>
          <p:nvPr/>
        </p:nvSpPr>
        <p:spPr>
          <a:xfrm>
            <a:off x="611560" y="3284984"/>
            <a:ext cx="8280919" cy="3025187"/>
          </a:xfrm>
          <a:prstGeom prst="rect">
            <a:avLst/>
          </a:prstGeom>
          <a:noFill/>
        </p:spPr>
        <p:txBody>
          <a:bodyPr wrap="square">
            <a:spAutoFit/>
          </a:bodyPr>
          <a:lstStyle/>
          <a:p>
            <a:pPr algn="l" rtl="0" fontAlgn="base">
              <a:lnSpc>
                <a:spcPct val="150000"/>
              </a:lnSpc>
              <a:spcAft>
                <a:spcPts val="750"/>
              </a:spcAft>
              <a:buNone/>
            </a:pPr>
            <a:r>
              <a:rPr lang="en-US" sz="2200" b="1" i="0" dirty="0">
                <a:solidFill>
                  <a:srgbClr val="273239"/>
                </a:solidFill>
                <a:effectLst/>
                <a:latin typeface="Nunito" pitchFamily="2" charset="0"/>
              </a:rPr>
              <a:t>Operations:</a:t>
            </a:r>
            <a:endParaRPr lang="en-US" sz="2200" b="0" i="0" dirty="0">
              <a:solidFill>
                <a:srgbClr val="273239"/>
              </a:solidFill>
              <a:effectLst/>
              <a:latin typeface="Nunito" pitchFamily="2" charset="0"/>
            </a:endParaRPr>
          </a:p>
          <a:p>
            <a:pPr lvl="1" fontAlgn="base">
              <a:lnSpc>
                <a:spcPct val="150000"/>
              </a:lnSpc>
              <a:spcAft>
                <a:spcPts val="750"/>
              </a:spcAft>
            </a:pPr>
            <a:r>
              <a:rPr lang="en-US" sz="2200" b="0" i="0" dirty="0">
                <a:solidFill>
                  <a:srgbClr val="273239"/>
                </a:solidFill>
                <a:effectLst/>
                <a:latin typeface="Nunito" pitchFamily="2" charset="0"/>
              </a:rPr>
              <a:t>The List ADT need to store the required data in the sequence and should have the following operations</a:t>
            </a:r>
            <a:r>
              <a:rPr lang="en-US" sz="2200" b="1" i="0" dirty="0">
                <a:solidFill>
                  <a:srgbClr val="273239"/>
                </a:solidFill>
                <a:effectLst/>
                <a:latin typeface="Nunito" pitchFamily="2" charset="0"/>
              </a:rPr>
              <a:t>:</a:t>
            </a:r>
            <a:endParaRPr lang="en-US" sz="2200" b="0" i="0" dirty="0">
              <a:solidFill>
                <a:srgbClr val="273239"/>
              </a:solidFill>
              <a:effectLst/>
              <a:latin typeface="Nunito" pitchFamily="2" charset="0"/>
            </a:endParaRPr>
          </a:p>
          <a:p>
            <a:pPr lvl="1" fontAlgn="base">
              <a:lnSpc>
                <a:spcPct val="150000"/>
              </a:lnSpc>
              <a:spcAft>
                <a:spcPts val="1800"/>
              </a:spcAft>
              <a:buFont typeface="Arial" panose="020B0604020202020204" pitchFamily="34" charset="0"/>
              <a:buChar char="•"/>
            </a:pPr>
            <a:r>
              <a:rPr lang="en-US" sz="2200" b="1" i="0" dirty="0">
                <a:solidFill>
                  <a:srgbClr val="273239"/>
                </a:solidFill>
                <a:effectLst/>
                <a:latin typeface="Nunito" pitchFamily="2" charset="0"/>
              </a:rPr>
              <a:t>get(): </a:t>
            </a:r>
            <a:r>
              <a:rPr lang="en-US" sz="2200" b="0" i="0" dirty="0">
                <a:solidFill>
                  <a:srgbClr val="273239"/>
                </a:solidFill>
                <a:effectLst/>
                <a:latin typeface="Nunito" pitchFamily="2" charset="0"/>
              </a:rPr>
              <a:t>Return an element from the list at any given position.</a:t>
            </a:r>
          </a:p>
          <a:p>
            <a:pPr lvl="1" fontAlgn="base">
              <a:lnSpc>
                <a:spcPct val="150000"/>
              </a:lnSpc>
              <a:spcAft>
                <a:spcPts val="1800"/>
              </a:spcAft>
              <a:buFont typeface="Arial" panose="020B0604020202020204" pitchFamily="34" charset="0"/>
              <a:buChar char="•"/>
            </a:pPr>
            <a:r>
              <a:rPr lang="en-US" sz="2200" b="1" i="0" dirty="0">
                <a:solidFill>
                  <a:srgbClr val="273239"/>
                </a:solidFill>
                <a:effectLst/>
                <a:latin typeface="Nunito" pitchFamily="2" charset="0"/>
              </a:rPr>
              <a:t>insert(): </a:t>
            </a:r>
            <a:r>
              <a:rPr lang="en-US" sz="2200" b="0" i="0" dirty="0">
                <a:solidFill>
                  <a:srgbClr val="273239"/>
                </a:solidFill>
                <a:effectLst/>
                <a:latin typeface="Nunito" pitchFamily="2" charset="0"/>
              </a:rPr>
              <a:t>Insert an element at any position in the list.</a:t>
            </a:r>
          </a:p>
        </p:txBody>
      </p:sp>
    </p:spTree>
    <p:extLst>
      <p:ext uri="{BB962C8B-B14F-4D97-AF65-F5344CB8AC3E}">
        <p14:creationId xmlns:p14="http://schemas.microsoft.com/office/powerpoint/2010/main" val="9685855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52965-E910-F1FD-3072-2B22851D9A3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6A49D33-007F-B693-7294-FF72A2E7225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959B7C2F-9577-5ED8-A423-BE06109DA4FE}"/>
              </a:ext>
            </a:extLst>
          </p:cNvPr>
          <p:cNvSpPr>
            <a:spLocks noChangeArrowheads="1"/>
          </p:cNvSpPr>
          <p:nvPr/>
        </p:nvSpPr>
        <p:spPr bwMode="auto">
          <a:xfrm>
            <a:off x="179512" y="120818"/>
            <a:ext cx="44008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Examples (1): List ADT</a:t>
            </a:r>
          </a:p>
        </p:txBody>
      </p:sp>
      <p:cxnSp>
        <p:nvCxnSpPr>
          <p:cNvPr id="7" name="Straight Connector 6">
            <a:extLst>
              <a:ext uri="{FF2B5EF4-FFF2-40B4-BE49-F238E27FC236}">
                <a16:creationId xmlns:a16="http://schemas.microsoft.com/office/drawing/2014/main" id="{DCA987A5-9AC2-AF7B-E3B8-76AD21E1F9B2}"/>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F5F4FB3-008D-5180-DD8A-61DF47D73C6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86964B49-1CF2-E2DD-B4AB-FF32A3E05545}"/>
              </a:ext>
            </a:extLst>
          </p:cNvPr>
          <p:cNvSpPr>
            <a:spLocks noGrp="1"/>
          </p:cNvSpPr>
          <p:nvPr>
            <p:ph type="sldNum" sz="quarter" idx="12"/>
          </p:nvPr>
        </p:nvSpPr>
        <p:spPr/>
        <p:txBody>
          <a:bodyPr/>
          <a:lstStyle/>
          <a:p>
            <a:fld id="{C421C46D-3F04-4F73-BF36-E6D9DA5AE143}" type="slidenum">
              <a:rPr lang="en-IN" smtClean="0"/>
              <a:t>18</a:t>
            </a:fld>
            <a:endParaRPr lang="en-IN"/>
          </a:p>
        </p:txBody>
      </p:sp>
      <p:sp>
        <p:nvSpPr>
          <p:cNvPr id="11" name="TextBox 10">
            <a:extLst>
              <a:ext uri="{FF2B5EF4-FFF2-40B4-BE49-F238E27FC236}">
                <a16:creationId xmlns:a16="http://schemas.microsoft.com/office/drawing/2014/main" id="{04617F43-F673-964E-675F-9D137AF2BEE9}"/>
              </a:ext>
            </a:extLst>
          </p:cNvPr>
          <p:cNvSpPr txBox="1"/>
          <p:nvPr/>
        </p:nvSpPr>
        <p:spPr>
          <a:xfrm>
            <a:off x="251520" y="1012903"/>
            <a:ext cx="8640960" cy="5363007"/>
          </a:xfrm>
          <a:prstGeom prst="rect">
            <a:avLst/>
          </a:prstGeom>
          <a:noFill/>
        </p:spPr>
        <p:txBody>
          <a:bodyPr wrap="square">
            <a:spAutoFit/>
          </a:bodyPr>
          <a:lstStyle/>
          <a:p>
            <a:pPr marL="342900" indent="-342900" algn="l" fontAlgn="base">
              <a:lnSpc>
                <a:spcPct val="150000"/>
              </a:lnSpc>
              <a:spcAft>
                <a:spcPts val="1800"/>
              </a:spcAft>
              <a:buFont typeface="Wingdings" panose="05000000000000000000" pitchFamily="2" charset="2"/>
              <a:buChar char="§"/>
            </a:pPr>
            <a:r>
              <a:rPr lang="en-US" sz="2000" b="1" i="0" dirty="0">
                <a:solidFill>
                  <a:srgbClr val="273239"/>
                </a:solidFill>
                <a:effectLst/>
                <a:latin typeface="Nunito" pitchFamily="2" charset="0"/>
              </a:rPr>
              <a:t>remove(): </a:t>
            </a:r>
            <a:r>
              <a:rPr lang="en-US" sz="2000" b="0" i="0" dirty="0">
                <a:solidFill>
                  <a:srgbClr val="273239"/>
                </a:solidFill>
                <a:effectLst/>
                <a:latin typeface="Nunito" pitchFamily="2" charset="0"/>
              </a:rPr>
              <a:t>Remove the first occurrence of any element from a non-empty list.</a:t>
            </a:r>
          </a:p>
          <a:p>
            <a:pPr marL="342900" indent="-342900" algn="l" fontAlgn="base">
              <a:lnSpc>
                <a:spcPct val="150000"/>
              </a:lnSpc>
              <a:spcAft>
                <a:spcPts val="1800"/>
              </a:spcAft>
              <a:buFont typeface="Wingdings" panose="05000000000000000000" pitchFamily="2" charset="2"/>
              <a:buChar char="§"/>
            </a:pPr>
            <a:r>
              <a:rPr lang="en-US" sz="2000" b="1" i="0" dirty="0" err="1">
                <a:solidFill>
                  <a:srgbClr val="273239"/>
                </a:solidFill>
                <a:effectLst/>
                <a:latin typeface="Nunito" pitchFamily="2" charset="0"/>
              </a:rPr>
              <a:t>removeAt</a:t>
            </a:r>
            <a:r>
              <a:rPr lang="en-US" sz="2000" b="1" i="0" dirty="0">
                <a:solidFill>
                  <a:srgbClr val="273239"/>
                </a:solidFill>
                <a:effectLst/>
                <a:latin typeface="Nunito" pitchFamily="2" charset="0"/>
              </a:rPr>
              <a:t>():</a:t>
            </a:r>
            <a:r>
              <a:rPr lang="en-US" sz="2000" b="0" i="0" dirty="0">
                <a:solidFill>
                  <a:srgbClr val="273239"/>
                </a:solidFill>
                <a:effectLst/>
                <a:latin typeface="Nunito" pitchFamily="2" charset="0"/>
              </a:rPr>
              <a:t> Remove the element at a specified location from a non-empty list.</a:t>
            </a:r>
          </a:p>
          <a:p>
            <a:pPr marL="342900" indent="-342900" algn="l" fontAlgn="base">
              <a:lnSpc>
                <a:spcPct val="150000"/>
              </a:lnSpc>
              <a:spcAft>
                <a:spcPts val="1800"/>
              </a:spcAft>
              <a:buFont typeface="Wingdings" panose="05000000000000000000" pitchFamily="2" charset="2"/>
              <a:buChar char="§"/>
            </a:pPr>
            <a:r>
              <a:rPr lang="en-US" sz="2000" b="1" i="0" dirty="0">
                <a:solidFill>
                  <a:srgbClr val="273239"/>
                </a:solidFill>
                <a:effectLst/>
                <a:latin typeface="Nunito" pitchFamily="2" charset="0"/>
              </a:rPr>
              <a:t>replace():</a:t>
            </a:r>
            <a:r>
              <a:rPr lang="en-US" sz="2000" b="0" i="0" dirty="0">
                <a:solidFill>
                  <a:srgbClr val="273239"/>
                </a:solidFill>
                <a:effectLst/>
                <a:latin typeface="Nunito" pitchFamily="2" charset="0"/>
              </a:rPr>
              <a:t> Replace an element at any position with another element.</a:t>
            </a:r>
          </a:p>
          <a:p>
            <a:pPr marL="342900" indent="-342900" algn="l" fontAlgn="base">
              <a:lnSpc>
                <a:spcPct val="150000"/>
              </a:lnSpc>
              <a:spcAft>
                <a:spcPts val="1800"/>
              </a:spcAft>
              <a:buFont typeface="Wingdings" panose="05000000000000000000" pitchFamily="2" charset="2"/>
              <a:buChar char="§"/>
            </a:pPr>
            <a:r>
              <a:rPr lang="en-US" sz="2000" b="1" i="0" dirty="0">
                <a:solidFill>
                  <a:srgbClr val="273239"/>
                </a:solidFill>
                <a:effectLst/>
                <a:latin typeface="Nunito" pitchFamily="2" charset="0"/>
              </a:rPr>
              <a:t>size(): </a:t>
            </a:r>
            <a:r>
              <a:rPr lang="en-US" sz="2000" b="0" i="0" dirty="0">
                <a:solidFill>
                  <a:srgbClr val="273239"/>
                </a:solidFill>
                <a:effectLst/>
                <a:latin typeface="Nunito" pitchFamily="2" charset="0"/>
              </a:rPr>
              <a:t>Return the number of elements in the list.</a:t>
            </a:r>
          </a:p>
          <a:p>
            <a:pPr marL="342900" indent="-342900" algn="l" fontAlgn="base">
              <a:lnSpc>
                <a:spcPct val="150000"/>
              </a:lnSpc>
              <a:spcAft>
                <a:spcPts val="1800"/>
              </a:spcAft>
              <a:buFont typeface="Wingdings" panose="05000000000000000000" pitchFamily="2" charset="2"/>
              <a:buChar char="§"/>
            </a:pPr>
            <a:r>
              <a:rPr lang="en-US" sz="2000" b="1" i="0" dirty="0" err="1">
                <a:solidFill>
                  <a:srgbClr val="273239"/>
                </a:solidFill>
                <a:effectLst/>
                <a:latin typeface="Nunito" pitchFamily="2" charset="0"/>
              </a:rPr>
              <a:t>isEmpty</a:t>
            </a:r>
            <a:r>
              <a:rPr lang="en-US" sz="2000" b="1" i="0" dirty="0">
                <a:solidFill>
                  <a:srgbClr val="273239"/>
                </a:solidFill>
                <a:effectLst/>
                <a:latin typeface="Nunito" pitchFamily="2" charset="0"/>
              </a:rPr>
              <a:t>():</a:t>
            </a:r>
            <a:r>
              <a:rPr lang="en-US" sz="2000" b="0" i="0" dirty="0">
                <a:solidFill>
                  <a:srgbClr val="273239"/>
                </a:solidFill>
                <a:effectLst/>
                <a:latin typeface="Nunito" pitchFamily="2" charset="0"/>
              </a:rPr>
              <a:t> Return true if the list is empty; otherwise, return false.</a:t>
            </a:r>
          </a:p>
          <a:p>
            <a:pPr marL="342900" indent="-342900" algn="l" fontAlgn="base">
              <a:lnSpc>
                <a:spcPct val="150000"/>
              </a:lnSpc>
              <a:spcAft>
                <a:spcPts val="1800"/>
              </a:spcAft>
              <a:buFont typeface="Wingdings" panose="05000000000000000000" pitchFamily="2" charset="2"/>
              <a:buChar char="§"/>
            </a:pPr>
            <a:r>
              <a:rPr lang="en-US" sz="2000" b="1" i="0" dirty="0" err="1">
                <a:solidFill>
                  <a:srgbClr val="273239"/>
                </a:solidFill>
                <a:effectLst/>
                <a:latin typeface="Nunito" pitchFamily="2" charset="0"/>
              </a:rPr>
              <a:t>isFull</a:t>
            </a:r>
            <a:r>
              <a:rPr lang="en-US" sz="2000" b="1" i="0" dirty="0">
                <a:solidFill>
                  <a:srgbClr val="273239"/>
                </a:solidFill>
                <a:effectLst/>
                <a:latin typeface="Nunito" pitchFamily="2" charset="0"/>
              </a:rPr>
              <a:t>(): </a:t>
            </a:r>
            <a:r>
              <a:rPr lang="en-US" sz="2000" b="0" i="0" dirty="0">
                <a:solidFill>
                  <a:srgbClr val="273239"/>
                </a:solidFill>
                <a:effectLst/>
                <a:latin typeface="Nunito" pitchFamily="2" charset="0"/>
              </a:rPr>
              <a:t>Return true if the list is full, otherwise, return false. Only applicable in fixed-size implementations (e.g., array-based lists).</a:t>
            </a:r>
          </a:p>
        </p:txBody>
      </p:sp>
    </p:spTree>
    <p:extLst>
      <p:ext uri="{BB962C8B-B14F-4D97-AF65-F5344CB8AC3E}">
        <p14:creationId xmlns:p14="http://schemas.microsoft.com/office/powerpoint/2010/main" val="1378229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52469-1667-F0C0-DF62-DCDB78EADAE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FF25E27-D032-AAD1-2E50-5AE60B6DED3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B94C6ED0-1CCB-0A59-467A-7AAB13268B19}"/>
              </a:ext>
            </a:extLst>
          </p:cNvPr>
          <p:cNvSpPr>
            <a:spLocks noChangeArrowheads="1"/>
          </p:cNvSpPr>
          <p:nvPr/>
        </p:nvSpPr>
        <p:spPr bwMode="auto">
          <a:xfrm>
            <a:off x="179512" y="120818"/>
            <a:ext cx="458426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Example (2): Stack ADT</a:t>
            </a:r>
          </a:p>
        </p:txBody>
      </p:sp>
      <p:cxnSp>
        <p:nvCxnSpPr>
          <p:cNvPr id="7" name="Straight Connector 6">
            <a:extLst>
              <a:ext uri="{FF2B5EF4-FFF2-40B4-BE49-F238E27FC236}">
                <a16:creationId xmlns:a16="http://schemas.microsoft.com/office/drawing/2014/main" id="{29915318-4A6C-97C3-4230-E60BD0D66CDF}"/>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7F10EED-1FED-9E81-587F-D5E9347612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A4C58658-B3F3-219F-06E8-8986A07A1264}"/>
              </a:ext>
            </a:extLst>
          </p:cNvPr>
          <p:cNvSpPr>
            <a:spLocks noGrp="1"/>
          </p:cNvSpPr>
          <p:nvPr>
            <p:ph type="sldNum" sz="quarter" idx="12"/>
          </p:nvPr>
        </p:nvSpPr>
        <p:spPr/>
        <p:txBody>
          <a:bodyPr/>
          <a:lstStyle/>
          <a:p>
            <a:fld id="{C421C46D-3F04-4F73-BF36-E6D9DA5AE143}" type="slidenum">
              <a:rPr lang="en-IN" smtClean="0"/>
              <a:t>19</a:t>
            </a:fld>
            <a:endParaRPr lang="en-IN"/>
          </a:p>
        </p:txBody>
      </p:sp>
      <p:sp>
        <p:nvSpPr>
          <p:cNvPr id="22" name="TextBox 21">
            <a:extLst>
              <a:ext uri="{FF2B5EF4-FFF2-40B4-BE49-F238E27FC236}">
                <a16:creationId xmlns:a16="http://schemas.microsoft.com/office/drawing/2014/main" id="{569B6CCB-6BAD-663E-11DE-0DF907E0AA1D}"/>
              </a:ext>
            </a:extLst>
          </p:cNvPr>
          <p:cNvSpPr txBox="1"/>
          <p:nvPr/>
        </p:nvSpPr>
        <p:spPr>
          <a:xfrm>
            <a:off x="206570" y="820703"/>
            <a:ext cx="8424936" cy="1687963"/>
          </a:xfrm>
          <a:prstGeom prst="rect">
            <a:avLst/>
          </a:prstGeom>
          <a:noFill/>
        </p:spPr>
        <p:txBody>
          <a:bodyPr wrap="square">
            <a:spAutoFit/>
          </a:bodyPr>
          <a:lstStyle/>
          <a:p>
            <a:pPr algn="just" fontAlgn="base">
              <a:lnSpc>
                <a:spcPct val="150000"/>
              </a:lnSpc>
            </a:pPr>
            <a:r>
              <a:rPr lang="en-US" sz="2400" dirty="0">
                <a:latin typeface="Times New Roman" panose="02020603050405020304" pitchFamily="18" charset="0"/>
                <a:cs typeface="Times New Roman" panose="02020603050405020304" pitchFamily="18" charset="0"/>
              </a:rPr>
              <a:t>The Stack ADT is a linear data structure that follows the LIFO (Last In, First Out) principle. It allows elements to be added and removed only from one end, called the top of the stack.</a:t>
            </a:r>
          </a:p>
        </p:txBody>
      </p:sp>
      <p:pic>
        <p:nvPicPr>
          <p:cNvPr id="5122" name="Picture 2">
            <a:extLst>
              <a:ext uri="{FF2B5EF4-FFF2-40B4-BE49-F238E27FC236}">
                <a16:creationId xmlns:a16="http://schemas.microsoft.com/office/drawing/2014/main" id="{CA3CE45F-1BB4-6273-6C1C-54F0C436CD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5856" y="2613974"/>
            <a:ext cx="2160240" cy="342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4888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98E4D-F5E6-4C2D-CAE3-F90BB3A0F7A8}"/>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3BADCB4-9DE5-953D-6562-BD6830EBEF2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87AB1DB4-21E4-4A5B-E12B-3B935205B00D}"/>
              </a:ext>
            </a:extLst>
          </p:cNvPr>
          <p:cNvSpPr>
            <a:spLocks noChangeArrowheads="1"/>
          </p:cNvSpPr>
          <p:nvPr/>
        </p:nvSpPr>
        <p:spPr bwMode="auto">
          <a:xfrm>
            <a:off x="179512" y="120818"/>
            <a:ext cx="458426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Example (2): Stack ADT</a:t>
            </a:r>
          </a:p>
        </p:txBody>
      </p:sp>
      <p:cxnSp>
        <p:nvCxnSpPr>
          <p:cNvPr id="7" name="Straight Connector 6">
            <a:extLst>
              <a:ext uri="{FF2B5EF4-FFF2-40B4-BE49-F238E27FC236}">
                <a16:creationId xmlns:a16="http://schemas.microsoft.com/office/drawing/2014/main" id="{5458128D-A20F-5DDD-AF50-306A9212B9C8}"/>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C34E35E-807C-1A85-A2AF-88234C32709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C3F48DBA-CC74-4ED5-227C-C3AB87D47C1A}"/>
              </a:ext>
            </a:extLst>
          </p:cNvPr>
          <p:cNvSpPr>
            <a:spLocks noGrp="1"/>
          </p:cNvSpPr>
          <p:nvPr>
            <p:ph type="sldNum" sz="quarter" idx="12"/>
          </p:nvPr>
        </p:nvSpPr>
        <p:spPr/>
        <p:txBody>
          <a:bodyPr/>
          <a:lstStyle/>
          <a:p>
            <a:fld id="{C421C46D-3F04-4F73-BF36-E6D9DA5AE143}" type="slidenum">
              <a:rPr lang="en-IN" smtClean="0"/>
              <a:t>20</a:t>
            </a:fld>
            <a:endParaRPr lang="en-IN"/>
          </a:p>
        </p:txBody>
      </p:sp>
      <p:sp>
        <p:nvSpPr>
          <p:cNvPr id="22" name="TextBox 21">
            <a:extLst>
              <a:ext uri="{FF2B5EF4-FFF2-40B4-BE49-F238E27FC236}">
                <a16:creationId xmlns:a16="http://schemas.microsoft.com/office/drawing/2014/main" id="{25619821-80B2-F1E2-AA87-B48487996A2D}"/>
              </a:ext>
            </a:extLst>
          </p:cNvPr>
          <p:cNvSpPr txBox="1"/>
          <p:nvPr/>
        </p:nvSpPr>
        <p:spPr>
          <a:xfrm>
            <a:off x="206570" y="820703"/>
            <a:ext cx="8424936" cy="6018379"/>
          </a:xfrm>
          <a:prstGeom prst="rect">
            <a:avLst/>
          </a:prstGeom>
          <a:noFill/>
        </p:spPr>
        <p:txBody>
          <a:bodyPr wrap="square">
            <a:spAutoFit/>
          </a:bodyPr>
          <a:lstStyle/>
          <a:p>
            <a:pPr algn="just" fontAlgn="base">
              <a:lnSpc>
                <a:spcPct val="150000"/>
              </a:lnSpc>
            </a:pPr>
            <a:r>
              <a:rPr lang="en-US" sz="2200" b="1" dirty="0">
                <a:latin typeface="Times New Roman" panose="02020603050405020304" pitchFamily="18" charset="0"/>
                <a:cs typeface="Times New Roman" panose="02020603050405020304" pitchFamily="18" charset="0"/>
              </a:rPr>
              <a:t>Operations:</a:t>
            </a:r>
            <a:endParaRPr lang="en-US" sz="2200" dirty="0">
              <a:latin typeface="Times New Roman" panose="02020603050405020304" pitchFamily="18" charset="0"/>
              <a:cs typeface="Times New Roman" panose="02020603050405020304" pitchFamily="18" charset="0"/>
            </a:endParaRPr>
          </a:p>
          <a:p>
            <a:pPr lvl="1" algn="just" fontAlgn="base">
              <a:lnSpc>
                <a:spcPct val="150000"/>
              </a:lnSpc>
            </a:pPr>
            <a:r>
              <a:rPr lang="en-US" sz="2200" dirty="0">
                <a:latin typeface="Times New Roman" panose="02020603050405020304" pitchFamily="18" charset="0"/>
                <a:cs typeface="Times New Roman" panose="02020603050405020304" pitchFamily="18" charset="0"/>
              </a:rPr>
              <a:t>In Stack ADT, the order of insertion and deletion should be according to the FILO or LIFO Principle. Elements are inserted and removed from the same end, called the top of the stack. </a:t>
            </a:r>
          </a:p>
          <a:p>
            <a:pPr marL="800100" lvl="1" indent="-342900" algn="just" fontAlgn="base">
              <a:lnSpc>
                <a:spcPct val="150000"/>
              </a:lnSpc>
              <a:buFont typeface="Wingdings" panose="05000000000000000000" pitchFamily="2" charset="2"/>
              <a:buChar char="§"/>
            </a:pPr>
            <a:r>
              <a:rPr lang="en-US" sz="1900" b="1" dirty="0">
                <a:latin typeface="Times New Roman" panose="02020603050405020304" pitchFamily="18" charset="0"/>
                <a:cs typeface="Times New Roman" panose="02020603050405020304" pitchFamily="18" charset="0"/>
              </a:rPr>
              <a:t>push():</a:t>
            </a:r>
            <a:r>
              <a:rPr lang="en-US" sz="1900" dirty="0">
                <a:latin typeface="Times New Roman" panose="02020603050405020304" pitchFamily="18" charset="0"/>
                <a:cs typeface="Times New Roman" panose="02020603050405020304" pitchFamily="18" charset="0"/>
              </a:rPr>
              <a:t> Insert an element at one end of the stack called the top.</a:t>
            </a:r>
          </a:p>
          <a:p>
            <a:pPr marL="800100" lvl="1" indent="-342900" algn="just" fontAlgn="base">
              <a:lnSpc>
                <a:spcPct val="150000"/>
              </a:lnSpc>
              <a:buFont typeface="Wingdings" panose="05000000000000000000" pitchFamily="2" charset="2"/>
              <a:buChar char="§"/>
            </a:pPr>
            <a:r>
              <a:rPr lang="en-US" sz="1900" b="1" dirty="0">
                <a:latin typeface="Times New Roman" panose="02020603050405020304" pitchFamily="18" charset="0"/>
                <a:cs typeface="Times New Roman" panose="02020603050405020304" pitchFamily="18" charset="0"/>
              </a:rPr>
              <a:t>pop():</a:t>
            </a:r>
            <a:r>
              <a:rPr lang="en-US" sz="1900" dirty="0">
                <a:latin typeface="Times New Roman" panose="02020603050405020304" pitchFamily="18" charset="0"/>
                <a:cs typeface="Times New Roman" panose="02020603050405020304" pitchFamily="18" charset="0"/>
              </a:rPr>
              <a:t> Remove and return the element at the top of the stack, if it is not empty.</a:t>
            </a:r>
          </a:p>
          <a:p>
            <a:pPr marL="800100" lvl="1" indent="-342900" algn="just" fontAlgn="base">
              <a:lnSpc>
                <a:spcPct val="150000"/>
              </a:lnSpc>
              <a:buFont typeface="Wingdings" panose="05000000000000000000" pitchFamily="2" charset="2"/>
              <a:buChar char="§"/>
            </a:pPr>
            <a:r>
              <a:rPr lang="en-US" sz="1900" b="1" dirty="0">
                <a:latin typeface="Times New Roman" panose="02020603050405020304" pitchFamily="18" charset="0"/>
                <a:cs typeface="Times New Roman" panose="02020603050405020304" pitchFamily="18" charset="0"/>
              </a:rPr>
              <a:t>peek():</a:t>
            </a:r>
            <a:r>
              <a:rPr lang="en-US" sz="1900" dirty="0">
                <a:latin typeface="Times New Roman" panose="02020603050405020304" pitchFamily="18" charset="0"/>
                <a:cs typeface="Times New Roman" panose="02020603050405020304" pitchFamily="18" charset="0"/>
              </a:rPr>
              <a:t> Return the element at the top of the stack without removing it, if the stack is not empty.</a:t>
            </a:r>
          </a:p>
          <a:p>
            <a:pPr marL="800100" lvl="1" indent="-342900" algn="just" fontAlgn="base">
              <a:lnSpc>
                <a:spcPct val="150000"/>
              </a:lnSpc>
              <a:buFont typeface="Wingdings" panose="05000000000000000000" pitchFamily="2" charset="2"/>
              <a:buChar char="§"/>
            </a:pPr>
            <a:r>
              <a:rPr lang="en-US" sz="1900" b="1" dirty="0">
                <a:latin typeface="Times New Roman" panose="02020603050405020304" pitchFamily="18" charset="0"/>
                <a:cs typeface="Times New Roman" panose="02020603050405020304" pitchFamily="18" charset="0"/>
              </a:rPr>
              <a:t>size():</a:t>
            </a:r>
            <a:r>
              <a:rPr lang="en-US" sz="1900" dirty="0">
                <a:latin typeface="Times New Roman" panose="02020603050405020304" pitchFamily="18" charset="0"/>
                <a:cs typeface="Times New Roman" panose="02020603050405020304" pitchFamily="18" charset="0"/>
              </a:rPr>
              <a:t> Return the number of elements in the stack.</a:t>
            </a:r>
          </a:p>
          <a:p>
            <a:pPr marL="800100" lvl="1" indent="-342900" algn="just" fontAlgn="base">
              <a:lnSpc>
                <a:spcPct val="150000"/>
              </a:lnSpc>
              <a:buFont typeface="Wingdings" panose="05000000000000000000" pitchFamily="2" charset="2"/>
              <a:buChar char="§"/>
            </a:pPr>
            <a:r>
              <a:rPr lang="en-US" sz="1900" b="1" dirty="0" err="1">
                <a:latin typeface="Times New Roman" panose="02020603050405020304" pitchFamily="18" charset="0"/>
                <a:cs typeface="Times New Roman" panose="02020603050405020304" pitchFamily="18" charset="0"/>
              </a:rPr>
              <a:t>isEmpty</a:t>
            </a:r>
            <a:r>
              <a:rPr lang="en-US" sz="1900" b="1"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Return true if the stack is empty; otherwise, return false.</a:t>
            </a:r>
          </a:p>
          <a:p>
            <a:pPr marL="800100" lvl="1" indent="-342900" algn="just" fontAlgn="base">
              <a:lnSpc>
                <a:spcPct val="150000"/>
              </a:lnSpc>
              <a:buFont typeface="Wingdings" panose="05000000000000000000" pitchFamily="2" charset="2"/>
              <a:buChar char="§"/>
            </a:pPr>
            <a:r>
              <a:rPr lang="en-US" sz="1900" b="1" dirty="0" err="1">
                <a:latin typeface="Times New Roman" panose="02020603050405020304" pitchFamily="18" charset="0"/>
                <a:cs typeface="Times New Roman" panose="02020603050405020304" pitchFamily="18" charset="0"/>
              </a:rPr>
              <a:t>isFull</a:t>
            </a:r>
            <a:r>
              <a:rPr lang="en-US" sz="1900" b="1"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Return true if the stack is full; otherwise, return false. Only relevant for fixed-capacity stacks (e.g., array-based).</a:t>
            </a:r>
          </a:p>
        </p:txBody>
      </p:sp>
    </p:spTree>
    <p:extLst>
      <p:ext uri="{BB962C8B-B14F-4D97-AF65-F5344CB8AC3E}">
        <p14:creationId xmlns:p14="http://schemas.microsoft.com/office/powerpoint/2010/main" val="993924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22">
                                            <p:txEl>
                                              <p:pRg st="1" end="1"/>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2">
                                            <p:txEl>
                                              <p:pRg st="2" end="2"/>
                                            </p:txEl>
                                          </p:spTgt>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22">
                                            <p:txEl>
                                              <p:pRg st="3" end="3"/>
                                            </p:txEl>
                                          </p:spTgt>
                                        </p:tgtEl>
                                      </p:cBhvr>
                                      <p:by x="150000" y="150000"/>
                                    </p:animScale>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22">
                                            <p:txEl>
                                              <p:pRg st="4" end="4"/>
                                            </p:txEl>
                                          </p:spTgt>
                                        </p:tgtEl>
                                      </p:cBhvr>
                                      <p:by x="150000" y="150000"/>
                                    </p:animScale>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p:cBhvr>
                                        <p:cTn id="26" dur="2000" fill="hold"/>
                                        <p:tgtEl>
                                          <p:spTgt spid="22">
                                            <p:txEl>
                                              <p:pRg st="5" end="5"/>
                                            </p:txEl>
                                          </p:spTgt>
                                        </p:tgtEl>
                                      </p:cBhvr>
                                      <p:by x="150000" y="150000"/>
                                    </p:animScale>
                                  </p:childTnLst>
                                </p:cTn>
                              </p:par>
                            </p:childTnLst>
                          </p:cTn>
                        </p:par>
                      </p:childTnLst>
                    </p:cTn>
                  </p:par>
                  <p:par>
                    <p:cTn id="27" fill="hold">
                      <p:stCondLst>
                        <p:cond delay="indefinite"/>
                      </p:stCondLst>
                      <p:childTnLst>
                        <p:par>
                          <p:cTn id="28" fill="hold">
                            <p:stCondLst>
                              <p:cond delay="0"/>
                            </p:stCondLst>
                            <p:childTnLst>
                              <p:par>
                                <p:cTn id="29" presetID="6" presetClass="emph" presetSubtype="0" fill="hold" nodeType="clickEffect">
                                  <p:stCondLst>
                                    <p:cond delay="0"/>
                                  </p:stCondLst>
                                  <p:childTnLst>
                                    <p:animScale>
                                      <p:cBhvr>
                                        <p:cTn id="30" dur="2000" fill="hold"/>
                                        <p:tgtEl>
                                          <p:spTgt spid="22">
                                            <p:txEl>
                                              <p:pRg st="6" end="6"/>
                                            </p:txEl>
                                          </p:spTgt>
                                        </p:tgtEl>
                                      </p:cBhvr>
                                      <p:by x="150000" y="150000"/>
                                    </p:animScale>
                                  </p:childTnLst>
                                </p:cTn>
                              </p:par>
                            </p:childTnLst>
                          </p:cTn>
                        </p:par>
                      </p:childTnLst>
                    </p:cTn>
                  </p:par>
                  <p:par>
                    <p:cTn id="31" fill="hold">
                      <p:stCondLst>
                        <p:cond delay="indefinite"/>
                      </p:stCondLst>
                      <p:childTnLst>
                        <p:par>
                          <p:cTn id="32" fill="hold">
                            <p:stCondLst>
                              <p:cond delay="0"/>
                            </p:stCondLst>
                            <p:childTnLst>
                              <p:par>
                                <p:cTn id="33" presetID="6" presetClass="emph" presetSubtype="0" fill="hold" nodeType="clickEffect">
                                  <p:stCondLst>
                                    <p:cond delay="0"/>
                                  </p:stCondLst>
                                  <p:childTnLst>
                                    <p:animScale>
                                      <p:cBhvr>
                                        <p:cTn id="34" dur="2000" fill="hold"/>
                                        <p:tgtEl>
                                          <p:spTgt spid="22">
                                            <p:txEl>
                                              <p:pRg st="7" end="7"/>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242964"/>
            <a:ext cx="8910736" cy="402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lnSpc>
                <a:spcPts val="2100"/>
              </a:lnSpc>
              <a:spcBef>
                <a:spcPts val="1800"/>
              </a:spcBef>
              <a:spcAft>
                <a:spcPts val="1800"/>
              </a:spcAft>
            </a:pPr>
            <a:r>
              <a:rPr lang="en-US" sz="2800" b="1" dirty="0">
                <a:solidFill>
                  <a:srgbClr val="273239"/>
                </a:solidFill>
                <a:latin typeface="Nunito" pitchFamily="2" charset="0"/>
              </a:rPr>
              <a:t>Example (3): Queue ADT</a:t>
            </a: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fld id="{C421C46D-3F04-4F73-BF36-E6D9DA5AE143}" type="slidenum">
              <a:rPr lang="en-IN" smtClean="0"/>
              <a:t>21</a:t>
            </a:fld>
            <a:endParaRPr lang="en-IN"/>
          </a:p>
        </p:txBody>
      </p:sp>
      <p:sp>
        <p:nvSpPr>
          <p:cNvPr id="11" name="TextBox 10">
            <a:extLst>
              <a:ext uri="{FF2B5EF4-FFF2-40B4-BE49-F238E27FC236}">
                <a16:creationId xmlns:a16="http://schemas.microsoft.com/office/drawing/2014/main" id="{6A2FB8A1-0A8D-D282-6949-B06F0485DDE6}"/>
              </a:ext>
            </a:extLst>
          </p:cNvPr>
          <p:cNvSpPr txBox="1"/>
          <p:nvPr/>
        </p:nvSpPr>
        <p:spPr>
          <a:xfrm>
            <a:off x="323530" y="1206830"/>
            <a:ext cx="8496939" cy="1672253"/>
          </a:xfrm>
          <a:prstGeom prst="rect">
            <a:avLst/>
          </a:prstGeom>
          <a:noFill/>
        </p:spPr>
        <p:txBody>
          <a:bodyPr wrap="square">
            <a:spAutoFit/>
          </a:bodyPr>
          <a:lstStyle/>
          <a:p>
            <a:pPr marL="342900" indent="-342900" algn="just" rtl="0" fontAlgn="base">
              <a:spcAft>
                <a:spcPts val="750"/>
              </a:spcAft>
              <a:buFont typeface="Arial" panose="020B0604020202020204" pitchFamily="34" charset="0"/>
              <a:buChar char="•"/>
            </a:pPr>
            <a:r>
              <a:rPr lang="en-US" sz="2400" b="0" i="0" dirty="0">
                <a:solidFill>
                  <a:srgbClr val="273239"/>
                </a:solidFill>
                <a:effectLst/>
                <a:latin typeface="Nunito" pitchFamily="2" charset="0"/>
              </a:rPr>
              <a:t>The Queue ADT is a linear data structure that follows the FIFO (First In, First Out) principle. </a:t>
            </a:r>
          </a:p>
          <a:p>
            <a:pPr marL="342900" indent="-342900" algn="just" rtl="0" fontAlgn="base">
              <a:spcAft>
                <a:spcPts val="750"/>
              </a:spcAft>
              <a:buFont typeface="Arial" panose="020B0604020202020204" pitchFamily="34" charset="0"/>
              <a:buChar char="•"/>
            </a:pPr>
            <a:r>
              <a:rPr lang="en-US" sz="2400" b="0" i="0" dirty="0">
                <a:solidFill>
                  <a:srgbClr val="273239"/>
                </a:solidFill>
                <a:effectLst/>
                <a:latin typeface="Nunito" pitchFamily="2" charset="0"/>
              </a:rPr>
              <a:t>It allows elements to be inserted at one end (rear) and removed from the other end (front).</a:t>
            </a:r>
          </a:p>
        </p:txBody>
      </p:sp>
      <p:pic>
        <p:nvPicPr>
          <p:cNvPr id="12" name="Picture 11">
            <a:extLst>
              <a:ext uri="{FF2B5EF4-FFF2-40B4-BE49-F238E27FC236}">
                <a16:creationId xmlns:a16="http://schemas.microsoft.com/office/drawing/2014/main" id="{00445DAD-28FC-B3B8-B056-638469E892CD}"/>
              </a:ext>
            </a:extLst>
          </p:cNvPr>
          <p:cNvPicPr>
            <a:picLocks noChangeAspect="1"/>
          </p:cNvPicPr>
          <p:nvPr/>
        </p:nvPicPr>
        <p:blipFill>
          <a:blip r:embed="rId6"/>
          <a:stretch>
            <a:fillRect/>
          </a:stretch>
        </p:blipFill>
        <p:spPr>
          <a:xfrm>
            <a:off x="2423927" y="2971090"/>
            <a:ext cx="3648075" cy="1638300"/>
          </a:xfrm>
          <a:prstGeom prst="rect">
            <a:avLst/>
          </a:prstGeom>
        </p:spPr>
      </p:pic>
    </p:spTree>
    <p:extLst>
      <p:ext uri="{BB962C8B-B14F-4D97-AF65-F5344CB8AC3E}">
        <p14:creationId xmlns:p14="http://schemas.microsoft.com/office/powerpoint/2010/main" val="1764279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1247A-6D45-5B58-036B-E5449B1DFC7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C37EDE7-EFCD-E3E8-1BBF-686A504B769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DD2E133E-D440-83A8-D83C-F1B716A89F94}"/>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3AAB367-CDC1-B6CB-EF18-C7D160E5FC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EF1655F-CBAC-F12D-07E7-D6A83F196634}"/>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65D201E0-0E66-3809-810A-36652D10EAB9}"/>
              </a:ext>
            </a:extLst>
          </p:cNvPr>
          <p:cNvSpPr>
            <a:spLocks noChangeArrowheads="1"/>
          </p:cNvSpPr>
          <p:nvPr/>
        </p:nvSpPr>
        <p:spPr bwMode="auto">
          <a:xfrm>
            <a:off x="179512" y="242964"/>
            <a:ext cx="8910736" cy="402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lnSpc>
                <a:spcPts val="2100"/>
              </a:lnSpc>
              <a:spcBef>
                <a:spcPts val="1800"/>
              </a:spcBef>
              <a:spcAft>
                <a:spcPts val="1800"/>
              </a:spcAft>
            </a:pPr>
            <a:r>
              <a:rPr lang="en-US" sz="2800" b="1" dirty="0">
                <a:solidFill>
                  <a:srgbClr val="273239"/>
                </a:solidFill>
                <a:latin typeface="Nunito" pitchFamily="2" charset="0"/>
              </a:rPr>
              <a:t>Example (3): Queue ADT..</a:t>
            </a:r>
          </a:p>
        </p:txBody>
      </p:sp>
      <p:sp>
        <p:nvSpPr>
          <p:cNvPr id="3" name="TextBox 2">
            <a:extLst>
              <a:ext uri="{FF2B5EF4-FFF2-40B4-BE49-F238E27FC236}">
                <a16:creationId xmlns:a16="http://schemas.microsoft.com/office/drawing/2014/main" id="{B71A5E45-FC51-86F0-28EF-91ACA9A93D87}"/>
              </a:ext>
            </a:extLst>
          </p:cNvPr>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pic>
        <p:nvPicPr>
          <p:cNvPr id="1026" name="Picture 2" descr="Ezoic">
            <a:extLst>
              <a:ext uri="{FF2B5EF4-FFF2-40B4-BE49-F238E27FC236}">
                <a16:creationId xmlns:a16="http://schemas.microsoft.com/office/drawing/2014/main" id="{E911816C-0DBA-3AE4-8B54-F204502E5F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7750562A-C596-3A18-AB03-F0C63FE77339}"/>
              </a:ext>
            </a:extLst>
          </p:cNvPr>
          <p:cNvSpPr>
            <a:spLocks noGrp="1"/>
          </p:cNvSpPr>
          <p:nvPr>
            <p:ph type="sldNum" sz="quarter" idx="12"/>
          </p:nvPr>
        </p:nvSpPr>
        <p:spPr/>
        <p:txBody>
          <a:bodyPr/>
          <a:lstStyle/>
          <a:p>
            <a:fld id="{C421C46D-3F04-4F73-BF36-E6D9DA5AE143}" type="slidenum">
              <a:rPr lang="en-IN" smtClean="0"/>
              <a:t>22</a:t>
            </a:fld>
            <a:endParaRPr lang="en-IN"/>
          </a:p>
        </p:txBody>
      </p:sp>
      <p:sp>
        <p:nvSpPr>
          <p:cNvPr id="11" name="TextBox 10">
            <a:extLst>
              <a:ext uri="{FF2B5EF4-FFF2-40B4-BE49-F238E27FC236}">
                <a16:creationId xmlns:a16="http://schemas.microsoft.com/office/drawing/2014/main" id="{01E0BA7B-60FD-046C-03DC-C12057E53D2A}"/>
              </a:ext>
            </a:extLst>
          </p:cNvPr>
          <p:cNvSpPr txBox="1"/>
          <p:nvPr/>
        </p:nvSpPr>
        <p:spPr>
          <a:xfrm>
            <a:off x="323530" y="1206830"/>
            <a:ext cx="8496939" cy="5407121"/>
          </a:xfrm>
          <a:prstGeom prst="rect">
            <a:avLst/>
          </a:prstGeom>
          <a:noFill/>
        </p:spPr>
        <p:txBody>
          <a:bodyPr wrap="square">
            <a:spAutoFit/>
          </a:bodyPr>
          <a:lstStyle/>
          <a:p>
            <a:pPr algn="just" fontAlgn="base">
              <a:lnSpc>
                <a:spcPct val="150000"/>
              </a:lnSpc>
            </a:pPr>
            <a:r>
              <a:rPr lang="en-US" sz="2600" b="1" dirty="0">
                <a:latin typeface="Times New Roman" panose="02020603050405020304" pitchFamily="18" charset="0"/>
                <a:cs typeface="Times New Roman" panose="02020603050405020304" pitchFamily="18" charset="0"/>
              </a:rPr>
              <a:t>Operations:</a:t>
            </a:r>
            <a:endParaRPr lang="en-US" sz="2600" dirty="0">
              <a:latin typeface="Times New Roman" panose="02020603050405020304" pitchFamily="18" charset="0"/>
              <a:cs typeface="Times New Roman" panose="02020603050405020304" pitchFamily="18" charset="0"/>
            </a:endParaRPr>
          </a:p>
          <a:p>
            <a:pPr algn="just" fontAlgn="base">
              <a:lnSpc>
                <a:spcPct val="150000"/>
              </a:lnSpc>
            </a:pPr>
            <a:r>
              <a:rPr lang="en-US" sz="2300" dirty="0">
                <a:latin typeface="Times New Roman" panose="02020603050405020304" pitchFamily="18" charset="0"/>
                <a:cs typeface="Times New Roman" panose="02020603050405020304" pitchFamily="18" charset="0"/>
              </a:rPr>
              <a:t>The Queue ADT follows a design similar to the Stack ADT, but the order of insertion and deletion changes to FIFO. Elements are inserted at one end (called the rear) and removed from the other end (called the front). It should support the following operations:</a:t>
            </a:r>
          </a:p>
          <a:p>
            <a:pPr marL="1485900" lvl="2" indent="-571500" algn="just" fontAlgn="base">
              <a:lnSpc>
                <a:spcPct val="150000"/>
              </a:lnSpc>
              <a:buFont typeface="+mj-lt"/>
              <a:buAutoNum type="romanUcPeriod"/>
            </a:pPr>
            <a:r>
              <a:rPr lang="en-US" sz="2300" b="1" i="1" dirty="0">
                <a:latin typeface="Times New Roman" panose="02020603050405020304" pitchFamily="18" charset="0"/>
                <a:cs typeface="Times New Roman" panose="02020603050405020304" pitchFamily="18" charset="0"/>
              </a:rPr>
              <a:t>enqueue():</a:t>
            </a:r>
            <a:r>
              <a:rPr lang="en-US" sz="2300" i="1" dirty="0">
                <a:latin typeface="Times New Roman" panose="02020603050405020304" pitchFamily="18" charset="0"/>
                <a:cs typeface="Times New Roman" panose="02020603050405020304" pitchFamily="18" charset="0"/>
              </a:rPr>
              <a:t> </a:t>
            </a:r>
          </a:p>
          <a:p>
            <a:pPr marL="1485900" lvl="2" indent="-571500" algn="just" fontAlgn="base">
              <a:lnSpc>
                <a:spcPct val="150000"/>
              </a:lnSpc>
              <a:buFont typeface="+mj-lt"/>
              <a:buAutoNum type="romanUcPeriod"/>
            </a:pPr>
            <a:r>
              <a:rPr lang="en-US" sz="2300" b="1" i="1" dirty="0">
                <a:latin typeface="Times New Roman" panose="02020603050405020304" pitchFamily="18" charset="0"/>
                <a:cs typeface="Times New Roman" panose="02020603050405020304" pitchFamily="18" charset="0"/>
              </a:rPr>
              <a:t>dequeue():</a:t>
            </a:r>
            <a:r>
              <a:rPr lang="en-US" sz="2300" i="1" dirty="0">
                <a:latin typeface="Times New Roman" panose="02020603050405020304" pitchFamily="18" charset="0"/>
                <a:cs typeface="Times New Roman" panose="02020603050405020304" pitchFamily="18" charset="0"/>
              </a:rPr>
              <a:t> </a:t>
            </a:r>
          </a:p>
          <a:p>
            <a:pPr marL="1485900" lvl="2" indent="-571500" algn="just" fontAlgn="base">
              <a:lnSpc>
                <a:spcPct val="150000"/>
              </a:lnSpc>
              <a:buFont typeface="+mj-lt"/>
              <a:buAutoNum type="romanUcPeriod"/>
            </a:pPr>
            <a:r>
              <a:rPr lang="en-US" sz="2300" b="1" i="1" dirty="0">
                <a:latin typeface="Times New Roman" panose="02020603050405020304" pitchFamily="18" charset="0"/>
                <a:cs typeface="Times New Roman" panose="02020603050405020304" pitchFamily="18" charset="0"/>
              </a:rPr>
              <a:t>peek(): </a:t>
            </a:r>
          </a:p>
          <a:p>
            <a:pPr marL="1485900" lvl="2" indent="-571500" algn="just" fontAlgn="base">
              <a:lnSpc>
                <a:spcPct val="150000"/>
              </a:lnSpc>
              <a:buFont typeface="+mj-lt"/>
              <a:buAutoNum type="romanUcPeriod"/>
            </a:pPr>
            <a:r>
              <a:rPr lang="en-US" sz="2300" b="1" i="1" dirty="0">
                <a:latin typeface="Times New Roman" panose="02020603050405020304" pitchFamily="18" charset="0"/>
                <a:cs typeface="Times New Roman" panose="02020603050405020304" pitchFamily="18" charset="0"/>
              </a:rPr>
              <a:t>size():</a:t>
            </a:r>
            <a:r>
              <a:rPr lang="en-US" sz="2300" i="1" dirty="0">
                <a:latin typeface="Times New Roman" panose="02020603050405020304" pitchFamily="18" charset="0"/>
                <a:cs typeface="Times New Roman" panose="02020603050405020304" pitchFamily="18" charset="0"/>
              </a:rPr>
              <a:t> </a:t>
            </a:r>
          </a:p>
          <a:p>
            <a:pPr marL="1485900" lvl="2" indent="-571500" algn="just" fontAlgn="base">
              <a:lnSpc>
                <a:spcPct val="150000"/>
              </a:lnSpc>
              <a:buFont typeface="+mj-lt"/>
              <a:buAutoNum type="romanUcPeriod"/>
            </a:pPr>
            <a:r>
              <a:rPr lang="en-US" sz="2300" b="1" i="1" dirty="0" err="1">
                <a:latin typeface="Times New Roman" panose="02020603050405020304" pitchFamily="18" charset="0"/>
                <a:cs typeface="Times New Roman" panose="02020603050405020304" pitchFamily="18" charset="0"/>
              </a:rPr>
              <a:t>isEmpty</a:t>
            </a:r>
            <a:r>
              <a:rPr lang="en-US" sz="2300" b="1" i="1" dirty="0">
                <a:latin typeface="Times New Roman" panose="02020603050405020304" pitchFamily="18" charset="0"/>
                <a:cs typeface="Times New Roman" panose="02020603050405020304" pitchFamily="18" charset="0"/>
              </a:rPr>
              <a:t>():</a:t>
            </a:r>
            <a:r>
              <a:rPr lang="en-US" sz="2300" i="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962506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A2BC7-8D20-14DB-7520-CF9B745DFA7F}"/>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CC9A836-9C67-E2A1-4C3F-FAA10934305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4439796F-DCF2-A51D-B65A-151E737CC7F2}"/>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40DA728-BCC3-A7AB-613F-A3D835E790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801D6E2-2044-5374-1DC8-72378B56EE6E}"/>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1289D88-1661-5B1A-229C-827F44CE0DD2}"/>
              </a:ext>
            </a:extLst>
          </p:cNvPr>
          <p:cNvSpPr>
            <a:spLocks noChangeArrowheads="1"/>
          </p:cNvSpPr>
          <p:nvPr/>
        </p:nvSpPr>
        <p:spPr bwMode="auto">
          <a:xfrm>
            <a:off x="179512" y="-122745"/>
            <a:ext cx="8910736" cy="1133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lnSpc>
                <a:spcPts val="2100"/>
              </a:lnSpc>
              <a:spcBef>
                <a:spcPts val="1800"/>
              </a:spcBef>
              <a:spcAft>
                <a:spcPts val="1800"/>
              </a:spcAft>
            </a:pPr>
            <a:endParaRPr lang="en-US" sz="3600" dirty="0">
              <a:latin typeface="Times New Roman" panose="02020603050405020304" pitchFamily="18" charset="0"/>
              <a:cs typeface="Times New Roman" panose="02020603050405020304" pitchFamily="18" charset="0"/>
            </a:endParaRPr>
          </a:p>
          <a:p>
            <a:pPr fontAlgn="base">
              <a:lnSpc>
                <a:spcPts val="2100"/>
              </a:lnSpc>
              <a:spcBef>
                <a:spcPts val="1800"/>
              </a:spcBef>
              <a:spcAft>
                <a:spcPts val="1800"/>
              </a:spcAft>
            </a:pPr>
            <a:r>
              <a:rPr lang="en-US" sz="3600" dirty="0">
                <a:latin typeface="Times New Roman" panose="02020603050405020304" pitchFamily="18" charset="0"/>
                <a:cs typeface="Times New Roman" panose="02020603050405020304" pitchFamily="18" charset="0"/>
              </a:rPr>
              <a:t>Common ADTs with Real-Life Mapping</a:t>
            </a:r>
            <a:endParaRPr lang="en-US" sz="3600" b="1" dirty="0">
              <a:solidFill>
                <a:srgbClr val="273239"/>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E894EB0-0B49-8A18-DDFE-A3B139750937}"/>
              </a:ext>
            </a:extLst>
          </p:cNvPr>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pic>
        <p:nvPicPr>
          <p:cNvPr id="1026" name="Picture 2" descr="Ezoic">
            <a:extLst>
              <a:ext uri="{FF2B5EF4-FFF2-40B4-BE49-F238E27FC236}">
                <a16:creationId xmlns:a16="http://schemas.microsoft.com/office/drawing/2014/main" id="{D6C452D4-F0D8-1678-13F0-E838B4FF72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92C0BECE-85EF-B874-51F9-341E864065F9}"/>
              </a:ext>
            </a:extLst>
          </p:cNvPr>
          <p:cNvSpPr>
            <a:spLocks noGrp="1"/>
          </p:cNvSpPr>
          <p:nvPr>
            <p:ph type="sldNum" sz="quarter" idx="12"/>
          </p:nvPr>
        </p:nvSpPr>
        <p:spPr/>
        <p:txBody>
          <a:bodyPr/>
          <a:lstStyle/>
          <a:p>
            <a:fld id="{C421C46D-3F04-4F73-BF36-E6D9DA5AE143}" type="slidenum">
              <a:rPr lang="en-IN" smtClean="0"/>
              <a:t>23</a:t>
            </a:fld>
            <a:endParaRPr lang="en-IN"/>
          </a:p>
        </p:txBody>
      </p:sp>
      <p:graphicFrame>
        <p:nvGraphicFramePr>
          <p:cNvPr id="8" name="Table 7">
            <a:extLst>
              <a:ext uri="{FF2B5EF4-FFF2-40B4-BE49-F238E27FC236}">
                <a16:creationId xmlns:a16="http://schemas.microsoft.com/office/drawing/2014/main" id="{692C7D3B-B6D4-4DA9-C385-95AADC602DF3}"/>
              </a:ext>
            </a:extLst>
          </p:cNvPr>
          <p:cNvGraphicFramePr>
            <a:graphicFrameLocks noGrp="1"/>
          </p:cNvGraphicFramePr>
          <p:nvPr>
            <p:extLst>
              <p:ext uri="{D42A27DB-BD31-4B8C-83A1-F6EECF244321}">
                <p14:modId xmlns:p14="http://schemas.microsoft.com/office/powerpoint/2010/main" val="1269993323"/>
              </p:ext>
            </p:extLst>
          </p:nvPr>
        </p:nvGraphicFramePr>
        <p:xfrm>
          <a:off x="457200" y="1235756"/>
          <a:ext cx="8229600" cy="4693920"/>
        </p:xfrm>
        <a:graphic>
          <a:graphicData uri="http://schemas.openxmlformats.org/drawingml/2006/table">
            <a:tbl>
              <a:tblPr/>
              <a:tblGrid>
                <a:gridCol w="2743200">
                  <a:extLst>
                    <a:ext uri="{9D8B030D-6E8A-4147-A177-3AD203B41FA5}">
                      <a16:colId xmlns:a16="http://schemas.microsoft.com/office/drawing/2014/main" val="1201660690"/>
                    </a:ext>
                  </a:extLst>
                </a:gridCol>
                <a:gridCol w="2743200">
                  <a:extLst>
                    <a:ext uri="{9D8B030D-6E8A-4147-A177-3AD203B41FA5}">
                      <a16:colId xmlns:a16="http://schemas.microsoft.com/office/drawing/2014/main" val="958588072"/>
                    </a:ext>
                  </a:extLst>
                </a:gridCol>
                <a:gridCol w="2743200">
                  <a:extLst>
                    <a:ext uri="{9D8B030D-6E8A-4147-A177-3AD203B41FA5}">
                      <a16:colId xmlns:a16="http://schemas.microsoft.com/office/drawing/2014/main" val="2854830785"/>
                    </a:ext>
                  </a:extLst>
                </a:gridCol>
              </a:tblGrid>
              <a:tr h="0">
                <a:tc>
                  <a:txBody>
                    <a:bodyPr/>
                    <a:lstStyle/>
                    <a:p>
                      <a:pPr>
                        <a:buNone/>
                      </a:pPr>
                      <a:r>
                        <a:rPr lang="en-IN" sz="2800" b="1" dirty="0">
                          <a:latin typeface="Times New Roman" panose="02020603050405020304" pitchFamily="18" charset="0"/>
                          <a:cs typeface="Times New Roman" panose="02020603050405020304" pitchFamily="18" charset="0"/>
                        </a:rPr>
                        <a:t>ADT</a:t>
                      </a:r>
                    </a:p>
                  </a:txBody>
                  <a:tcPr anchor="ctr">
                    <a:lnL>
                      <a:noFill/>
                    </a:lnL>
                    <a:lnR>
                      <a:noFill/>
                    </a:lnR>
                    <a:lnT>
                      <a:noFill/>
                    </a:lnT>
                    <a:lnB>
                      <a:noFill/>
                    </a:lnB>
                    <a:noFill/>
                  </a:tcPr>
                </a:tc>
                <a:tc>
                  <a:txBody>
                    <a:bodyPr/>
                    <a:lstStyle/>
                    <a:p>
                      <a:pPr>
                        <a:buNone/>
                      </a:pPr>
                      <a:r>
                        <a:rPr lang="en-IN" sz="2800" b="1">
                          <a:latin typeface="Times New Roman" panose="02020603050405020304" pitchFamily="18" charset="0"/>
                          <a:cs typeface="Times New Roman" panose="02020603050405020304" pitchFamily="18" charset="0"/>
                        </a:rPr>
                        <a:t>Operations</a:t>
                      </a:r>
                    </a:p>
                  </a:txBody>
                  <a:tcPr anchor="ctr">
                    <a:lnL>
                      <a:noFill/>
                    </a:lnL>
                    <a:lnR>
                      <a:noFill/>
                    </a:lnR>
                    <a:lnT>
                      <a:noFill/>
                    </a:lnT>
                    <a:lnB>
                      <a:noFill/>
                    </a:lnB>
                    <a:noFill/>
                  </a:tcPr>
                </a:tc>
                <a:tc>
                  <a:txBody>
                    <a:bodyPr/>
                    <a:lstStyle/>
                    <a:p>
                      <a:pPr>
                        <a:buNone/>
                      </a:pPr>
                      <a:r>
                        <a:rPr lang="en-IN" sz="2800" b="1" dirty="0">
                          <a:latin typeface="Times New Roman" panose="02020603050405020304" pitchFamily="18" charset="0"/>
                          <a:cs typeface="Times New Roman" panose="02020603050405020304" pitchFamily="18" charset="0"/>
                        </a:rPr>
                        <a:t>Real-Life Analogy</a:t>
                      </a:r>
                    </a:p>
                  </a:txBody>
                  <a:tcPr anchor="ctr">
                    <a:lnL>
                      <a:noFill/>
                    </a:lnL>
                    <a:lnR>
                      <a:noFill/>
                    </a:lnR>
                    <a:lnT>
                      <a:noFill/>
                    </a:lnT>
                    <a:lnB>
                      <a:noFill/>
                    </a:lnB>
                    <a:noFill/>
                  </a:tcPr>
                </a:tc>
                <a:extLst>
                  <a:ext uri="{0D108BD9-81ED-4DB2-BD59-A6C34878D82A}">
                    <a16:rowId xmlns:a16="http://schemas.microsoft.com/office/drawing/2014/main" val="1337405429"/>
                  </a:ext>
                </a:extLst>
              </a:tr>
              <a:tr h="0">
                <a:tc>
                  <a:txBody>
                    <a:bodyPr/>
                    <a:lstStyle/>
                    <a:p>
                      <a:pPr>
                        <a:buNone/>
                      </a:pPr>
                      <a:r>
                        <a:rPr lang="en-IN" sz="2400" i="1" dirty="0">
                          <a:latin typeface="Times New Roman" panose="02020603050405020304" pitchFamily="18" charset="0"/>
                          <a:cs typeface="Times New Roman" panose="02020603050405020304" pitchFamily="18" charset="0"/>
                        </a:rPr>
                        <a:t>Stack</a:t>
                      </a:r>
                    </a:p>
                  </a:txBody>
                  <a:tcPr anchor="ctr">
                    <a:lnL>
                      <a:noFill/>
                    </a:lnL>
                    <a:lnR>
                      <a:noFill/>
                    </a:lnR>
                    <a:lnT>
                      <a:noFill/>
                    </a:lnT>
                    <a:lnB>
                      <a:noFill/>
                    </a:lnB>
                    <a:noFill/>
                  </a:tcPr>
                </a:tc>
                <a:tc>
                  <a:txBody>
                    <a:bodyPr/>
                    <a:lstStyle/>
                    <a:p>
                      <a:pPr>
                        <a:buNone/>
                      </a:pPr>
                      <a:r>
                        <a:rPr lang="en-IN" sz="2400" i="1" dirty="0">
                          <a:latin typeface="Times New Roman" panose="02020603050405020304" pitchFamily="18" charset="0"/>
                          <a:cs typeface="Times New Roman" panose="02020603050405020304" pitchFamily="18" charset="0"/>
                        </a:rPr>
                        <a:t>push, pop</a:t>
                      </a:r>
                    </a:p>
                  </a:txBody>
                  <a:tcPr anchor="ctr">
                    <a:lnL>
                      <a:noFill/>
                    </a:lnL>
                    <a:lnR>
                      <a:noFill/>
                    </a:lnR>
                    <a:lnT>
                      <a:noFill/>
                    </a:lnT>
                    <a:lnB>
                      <a:noFill/>
                    </a:lnB>
                    <a:noFill/>
                  </a:tcPr>
                </a:tc>
                <a:tc>
                  <a:txBody>
                    <a:bodyPr/>
                    <a:lstStyle/>
                    <a:p>
                      <a:pPr>
                        <a:buNone/>
                      </a:pPr>
                      <a:r>
                        <a:rPr lang="en-IN" sz="2400" i="1" dirty="0">
                          <a:latin typeface="Times New Roman" panose="02020603050405020304" pitchFamily="18" charset="0"/>
                          <a:cs typeface="Times New Roman" panose="02020603050405020304" pitchFamily="18" charset="0"/>
                        </a:rPr>
                        <a:t>Undo / Stack of plates</a:t>
                      </a:r>
                    </a:p>
                  </a:txBody>
                  <a:tcPr anchor="ctr">
                    <a:lnL>
                      <a:noFill/>
                    </a:lnL>
                    <a:lnR>
                      <a:noFill/>
                    </a:lnR>
                    <a:lnT>
                      <a:noFill/>
                    </a:lnT>
                    <a:lnB>
                      <a:noFill/>
                    </a:lnB>
                    <a:noFill/>
                  </a:tcPr>
                </a:tc>
                <a:extLst>
                  <a:ext uri="{0D108BD9-81ED-4DB2-BD59-A6C34878D82A}">
                    <a16:rowId xmlns:a16="http://schemas.microsoft.com/office/drawing/2014/main" val="3991995381"/>
                  </a:ext>
                </a:extLst>
              </a:tr>
              <a:tr h="0">
                <a:tc>
                  <a:txBody>
                    <a:bodyPr/>
                    <a:lstStyle/>
                    <a:p>
                      <a:pPr>
                        <a:buNone/>
                      </a:pPr>
                      <a:r>
                        <a:rPr lang="en-IN" sz="2400" i="1" dirty="0">
                          <a:latin typeface="Times New Roman" panose="02020603050405020304" pitchFamily="18" charset="0"/>
                          <a:cs typeface="Times New Roman" panose="02020603050405020304" pitchFamily="18" charset="0"/>
                        </a:rPr>
                        <a:t>Queue</a:t>
                      </a:r>
                    </a:p>
                  </a:txBody>
                  <a:tcPr anchor="ctr">
                    <a:lnL>
                      <a:noFill/>
                    </a:lnL>
                    <a:lnR>
                      <a:noFill/>
                    </a:lnR>
                    <a:lnT>
                      <a:noFill/>
                    </a:lnT>
                    <a:lnB>
                      <a:noFill/>
                    </a:lnB>
                    <a:noFill/>
                  </a:tcPr>
                </a:tc>
                <a:tc>
                  <a:txBody>
                    <a:bodyPr/>
                    <a:lstStyle/>
                    <a:p>
                      <a:pPr>
                        <a:buNone/>
                      </a:pPr>
                      <a:r>
                        <a:rPr lang="en-IN" sz="2400" i="1">
                          <a:latin typeface="Times New Roman" panose="02020603050405020304" pitchFamily="18" charset="0"/>
                          <a:cs typeface="Times New Roman" panose="02020603050405020304" pitchFamily="18" charset="0"/>
                        </a:rPr>
                        <a:t>enqueue, dequeue</a:t>
                      </a:r>
                    </a:p>
                  </a:txBody>
                  <a:tcPr anchor="ctr">
                    <a:lnL>
                      <a:noFill/>
                    </a:lnL>
                    <a:lnR>
                      <a:noFill/>
                    </a:lnR>
                    <a:lnT>
                      <a:noFill/>
                    </a:lnT>
                    <a:lnB>
                      <a:noFill/>
                    </a:lnB>
                    <a:noFill/>
                  </a:tcPr>
                </a:tc>
                <a:tc>
                  <a:txBody>
                    <a:bodyPr/>
                    <a:lstStyle/>
                    <a:p>
                      <a:pPr>
                        <a:buNone/>
                      </a:pPr>
                      <a:r>
                        <a:rPr lang="en-IN" sz="2400" i="1">
                          <a:latin typeface="Times New Roman" panose="02020603050405020304" pitchFamily="18" charset="0"/>
                          <a:cs typeface="Times New Roman" panose="02020603050405020304" pitchFamily="18" charset="0"/>
                        </a:rPr>
                        <a:t>Ticket line</a:t>
                      </a:r>
                    </a:p>
                  </a:txBody>
                  <a:tcPr anchor="ctr">
                    <a:lnL>
                      <a:noFill/>
                    </a:lnL>
                    <a:lnR>
                      <a:noFill/>
                    </a:lnR>
                    <a:lnT>
                      <a:noFill/>
                    </a:lnT>
                    <a:lnB>
                      <a:noFill/>
                    </a:lnB>
                    <a:noFill/>
                  </a:tcPr>
                </a:tc>
                <a:extLst>
                  <a:ext uri="{0D108BD9-81ED-4DB2-BD59-A6C34878D82A}">
                    <a16:rowId xmlns:a16="http://schemas.microsoft.com/office/drawing/2014/main" val="436897666"/>
                  </a:ext>
                </a:extLst>
              </a:tr>
              <a:tr h="0">
                <a:tc>
                  <a:txBody>
                    <a:bodyPr/>
                    <a:lstStyle/>
                    <a:p>
                      <a:pPr>
                        <a:buNone/>
                      </a:pPr>
                      <a:r>
                        <a:rPr lang="en-IN" sz="2400" i="1">
                          <a:latin typeface="Times New Roman" panose="02020603050405020304" pitchFamily="18" charset="0"/>
                          <a:cs typeface="Times New Roman" panose="02020603050405020304" pitchFamily="18" charset="0"/>
                        </a:rPr>
                        <a:t>List</a:t>
                      </a:r>
                    </a:p>
                  </a:txBody>
                  <a:tcPr anchor="ctr">
                    <a:lnL>
                      <a:noFill/>
                    </a:lnL>
                    <a:lnR>
                      <a:noFill/>
                    </a:lnR>
                    <a:lnT>
                      <a:noFill/>
                    </a:lnT>
                    <a:lnB>
                      <a:noFill/>
                    </a:lnB>
                    <a:noFill/>
                  </a:tcPr>
                </a:tc>
                <a:tc>
                  <a:txBody>
                    <a:bodyPr/>
                    <a:lstStyle/>
                    <a:p>
                      <a:pPr>
                        <a:buNone/>
                      </a:pPr>
                      <a:r>
                        <a:rPr lang="en-IN" sz="2400" i="1" dirty="0">
                          <a:latin typeface="Times New Roman" panose="02020603050405020304" pitchFamily="18" charset="0"/>
                          <a:cs typeface="Times New Roman" panose="02020603050405020304" pitchFamily="18" charset="0"/>
                        </a:rPr>
                        <a:t>insert, delete, traverse</a:t>
                      </a:r>
                    </a:p>
                  </a:txBody>
                  <a:tcPr anchor="ctr">
                    <a:lnL>
                      <a:noFill/>
                    </a:lnL>
                    <a:lnR>
                      <a:noFill/>
                    </a:lnR>
                    <a:lnT>
                      <a:noFill/>
                    </a:lnT>
                    <a:lnB>
                      <a:noFill/>
                    </a:lnB>
                    <a:noFill/>
                  </a:tcPr>
                </a:tc>
                <a:tc>
                  <a:txBody>
                    <a:bodyPr/>
                    <a:lstStyle/>
                    <a:p>
                      <a:pPr>
                        <a:buNone/>
                      </a:pPr>
                      <a:r>
                        <a:rPr lang="en-IN" sz="2400" i="1">
                          <a:latin typeface="Times New Roman" panose="02020603050405020304" pitchFamily="18" charset="0"/>
                          <a:cs typeface="Times New Roman" panose="02020603050405020304" pitchFamily="18" charset="0"/>
                        </a:rPr>
                        <a:t>To-do list</a:t>
                      </a:r>
                    </a:p>
                  </a:txBody>
                  <a:tcPr anchor="ctr">
                    <a:lnL>
                      <a:noFill/>
                    </a:lnL>
                    <a:lnR>
                      <a:noFill/>
                    </a:lnR>
                    <a:lnT>
                      <a:noFill/>
                    </a:lnT>
                    <a:lnB>
                      <a:noFill/>
                    </a:lnB>
                    <a:noFill/>
                  </a:tcPr>
                </a:tc>
                <a:extLst>
                  <a:ext uri="{0D108BD9-81ED-4DB2-BD59-A6C34878D82A}">
                    <a16:rowId xmlns:a16="http://schemas.microsoft.com/office/drawing/2014/main" val="4080566275"/>
                  </a:ext>
                </a:extLst>
              </a:tr>
              <a:tr h="0">
                <a:tc>
                  <a:txBody>
                    <a:bodyPr/>
                    <a:lstStyle/>
                    <a:p>
                      <a:pPr>
                        <a:buNone/>
                      </a:pPr>
                      <a:r>
                        <a:rPr lang="en-IN" sz="2400" i="1">
                          <a:latin typeface="Times New Roman" panose="02020603050405020304" pitchFamily="18" charset="0"/>
                          <a:cs typeface="Times New Roman" panose="02020603050405020304" pitchFamily="18" charset="0"/>
                        </a:rPr>
                        <a:t>Deque</a:t>
                      </a:r>
                    </a:p>
                  </a:txBody>
                  <a:tcPr anchor="ctr">
                    <a:lnL>
                      <a:noFill/>
                    </a:lnL>
                    <a:lnR>
                      <a:noFill/>
                    </a:lnR>
                    <a:lnT>
                      <a:noFill/>
                    </a:lnT>
                    <a:lnB>
                      <a:noFill/>
                    </a:lnB>
                    <a:noFill/>
                  </a:tcPr>
                </a:tc>
                <a:tc>
                  <a:txBody>
                    <a:bodyPr/>
                    <a:lstStyle/>
                    <a:p>
                      <a:pPr>
                        <a:buNone/>
                      </a:pPr>
                      <a:r>
                        <a:rPr lang="en-IN" sz="2400" i="1" dirty="0">
                          <a:latin typeface="Times New Roman" panose="02020603050405020304" pitchFamily="18" charset="0"/>
                          <a:cs typeface="Times New Roman" panose="02020603050405020304" pitchFamily="18" charset="0"/>
                        </a:rPr>
                        <a:t>insert/remove both ends</a:t>
                      </a:r>
                    </a:p>
                  </a:txBody>
                  <a:tcPr anchor="ctr">
                    <a:lnL>
                      <a:noFill/>
                    </a:lnL>
                    <a:lnR>
                      <a:noFill/>
                    </a:lnR>
                    <a:lnT>
                      <a:noFill/>
                    </a:lnT>
                    <a:lnB>
                      <a:noFill/>
                    </a:lnB>
                    <a:noFill/>
                  </a:tcPr>
                </a:tc>
                <a:tc>
                  <a:txBody>
                    <a:bodyPr/>
                    <a:lstStyle/>
                    <a:p>
                      <a:pPr>
                        <a:buNone/>
                      </a:pPr>
                      <a:r>
                        <a:rPr lang="en-IN" sz="2400" i="1">
                          <a:latin typeface="Times New Roman" panose="02020603050405020304" pitchFamily="18" charset="0"/>
                          <a:cs typeface="Times New Roman" panose="02020603050405020304" pitchFamily="18" charset="0"/>
                        </a:rPr>
                        <a:t>Train compartments</a:t>
                      </a:r>
                    </a:p>
                  </a:txBody>
                  <a:tcPr anchor="ctr">
                    <a:lnL>
                      <a:noFill/>
                    </a:lnL>
                    <a:lnR>
                      <a:noFill/>
                    </a:lnR>
                    <a:lnT>
                      <a:noFill/>
                    </a:lnT>
                    <a:lnB>
                      <a:noFill/>
                    </a:lnB>
                    <a:noFill/>
                  </a:tcPr>
                </a:tc>
                <a:extLst>
                  <a:ext uri="{0D108BD9-81ED-4DB2-BD59-A6C34878D82A}">
                    <a16:rowId xmlns:a16="http://schemas.microsoft.com/office/drawing/2014/main" val="4163315335"/>
                  </a:ext>
                </a:extLst>
              </a:tr>
              <a:tr h="0">
                <a:tc>
                  <a:txBody>
                    <a:bodyPr/>
                    <a:lstStyle/>
                    <a:p>
                      <a:pPr>
                        <a:buNone/>
                      </a:pPr>
                      <a:r>
                        <a:rPr lang="en-IN" sz="2400" i="1">
                          <a:latin typeface="Times New Roman" panose="02020603050405020304" pitchFamily="18" charset="0"/>
                          <a:cs typeface="Times New Roman" panose="02020603050405020304" pitchFamily="18" charset="0"/>
                        </a:rPr>
                        <a:t>Priority Queue</a:t>
                      </a:r>
                    </a:p>
                  </a:txBody>
                  <a:tcPr anchor="ctr">
                    <a:lnL>
                      <a:noFill/>
                    </a:lnL>
                    <a:lnR>
                      <a:noFill/>
                    </a:lnR>
                    <a:lnT>
                      <a:noFill/>
                    </a:lnT>
                    <a:lnB>
                      <a:noFill/>
                    </a:lnB>
                    <a:noFill/>
                  </a:tcPr>
                </a:tc>
                <a:tc>
                  <a:txBody>
                    <a:bodyPr/>
                    <a:lstStyle/>
                    <a:p>
                      <a:pPr>
                        <a:buNone/>
                      </a:pPr>
                      <a:r>
                        <a:rPr lang="en-IN" sz="2400" i="1">
                          <a:latin typeface="Times New Roman" panose="02020603050405020304" pitchFamily="18" charset="0"/>
                          <a:cs typeface="Times New Roman" panose="02020603050405020304" pitchFamily="18" charset="0"/>
                        </a:rPr>
                        <a:t>insert, delete-max/min</a:t>
                      </a:r>
                    </a:p>
                  </a:txBody>
                  <a:tcPr anchor="ctr">
                    <a:lnL>
                      <a:noFill/>
                    </a:lnL>
                    <a:lnR>
                      <a:noFill/>
                    </a:lnR>
                    <a:lnT>
                      <a:noFill/>
                    </a:lnT>
                    <a:lnB>
                      <a:noFill/>
                    </a:lnB>
                    <a:noFill/>
                  </a:tcPr>
                </a:tc>
                <a:tc>
                  <a:txBody>
                    <a:bodyPr/>
                    <a:lstStyle/>
                    <a:p>
                      <a:pPr>
                        <a:buNone/>
                      </a:pPr>
                      <a:r>
                        <a:rPr lang="en-IN" sz="2400" i="1" dirty="0">
                          <a:latin typeface="Times New Roman" panose="02020603050405020304" pitchFamily="18" charset="0"/>
                          <a:cs typeface="Times New Roman" panose="02020603050405020304" pitchFamily="18" charset="0"/>
                        </a:rPr>
                        <a:t>Hospital emergency</a:t>
                      </a:r>
                    </a:p>
                  </a:txBody>
                  <a:tcPr anchor="ctr">
                    <a:lnL>
                      <a:noFill/>
                    </a:lnL>
                    <a:lnR>
                      <a:noFill/>
                    </a:lnR>
                    <a:lnT>
                      <a:noFill/>
                    </a:lnT>
                    <a:lnB>
                      <a:noFill/>
                    </a:lnB>
                    <a:noFill/>
                  </a:tcPr>
                </a:tc>
                <a:extLst>
                  <a:ext uri="{0D108BD9-81ED-4DB2-BD59-A6C34878D82A}">
                    <a16:rowId xmlns:a16="http://schemas.microsoft.com/office/drawing/2014/main" val="2318348066"/>
                  </a:ext>
                </a:extLst>
              </a:tr>
            </a:tbl>
          </a:graphicData>
        </a:graphic>
      </p:graphicFrame>
    </p:spTree>
    <p:extLst>
      <p:ext uri="{BB962C8B-B14F-4D97-AF65-F5344CB8AC3E}">
        <p14:creationId xmlns:p14="http://schemas.microsoft.com/office/powerpoint/2010/main" val="2091678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3B6CA-E1EA-3768-EFED-7A26BFD7A94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B84B8B5-3377-6CE6-64B1-270E9D2659E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090C716A-E201-1A21-F30D-8913DEA0758B}"/>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81CDE2F-CC8E-3976-F890-34724A445B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B905510-75A3-D5DC-5DBD-0647DD7ABEA3}"/>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5D1E428C-2AA5-F58E-0FAE-A0B28834C718}"/>
              </a:ext>
            </a:extLst>
          </p:cNvPr>
          <p:cNvSpPr>
            <a:spLocks noChangeArrowheads="1"/>
          </p:cNvSpPr>
          <p:nvPr/>
        </p:nvSpPr>
        <p:spPr bwMode="auto">
          <a:xfrm>
            <a:off x="179512" y="-128131"/>
            <a:ext cx="8910736" cy="1144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lnSpc>
                <a:spcPts val="2100"/>
              </a:lnSpc>
              <a:spcBef>
                <a:spcPts val="1800"/>
              </a:spcBef>
              <a:spcAft>
                <a:spcPts val="1800"/>
              </a:spcAft>
            </a:pPr>
            <a:endParaRPr lang="en-IN" sz="3600" b="1" dirty="0"/>
          </a:p>
          <a:p>
            <a:pPr fontAlgn="base">
              <a:lnSpc>
                <a:spcPts val="2100"/>
              </a:lnSpc>
              <a:spcBef>
                <a:spcPts val="1800"/>
              </a:spcBef>
              <a:spcAft>
                <a:spcPts val="1800"/>
              </a:spcAft>
            </a:pPr>
            <a:r>
              <a:rPr lang="en-IN" sz="3600" b="1" dirty="0"/>
              <a:t>ADT vs Programming Example (Conceptual)</a:t>
            </a:r>
            <a:endParaRPr lang="en-US" sz="3600" b="1" dirty="0">
              <a:solidFill>
                <a:srgbClr val="273239"/>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781B631-E5DB-CB42-6613-937780A2431D}"/>
              </a:ext>
            </a:extLst>
          </p:cNvPr>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pic>
        <p:nvPicPr>
          <p:cNvPr id="1026" name="Picture 2" descr="Ezoic">
            <a:extLst>
              <a:ext uri="{FF2B5EF4-FFF2-40B4-BE49-F238E27FC236}">
                <a16:creationId xmlns:a16="http://schemas.microsoft.com/office/drawing/2014/main" id="{8A066CAD-B25F-7507-6077-35AB510E24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2890890-B18A-4E10-0C71-CBA27EFCC2A3}"/>
              </a:ext>
            </a:extLst>
          </p:cNvPr>
          <p:cNvSpPr>
            <a:spLocks noGrp="1"/>
          </p:cNvSpPr>
          <p:nvPr>
            <p:ph type="sldNum" sz="quarter" idx="12"/>
          </p:nvPr>
        </p:nvSpPr>
        <p:spPr/>
        <p:txBody>
          <a:bodyPr/>
          <a:lstStyle/>
          <a:p>
            <a:fld id="{C421C46D-3F04-4F73-BF36-E6D9DA5AE143}" type="slidenum">
              <a:rPr lang="en-IN" smtClean="0"/>
              <a:t>24</a:t>
            </a:fld>
            <a:endParaRPr lang="en-IN"/>
          </a:p>
        </p:txBody>
      </p:sp>
      <p:sp>
        <p:nvSpPr>
          <p:cNvPr id="11" name="TextBox 10">
            <a:extLst>
              <a:ext uri="{FF2B5EF4-FFF2-40B4-BE49-F238E27FC236}">
                <a16:creationId xmlns:a16="http://schemas.microsoft.com/office/drawing/2014/main" id="{8BEDFC3F-971B-815D-29D0-631D64F169AC}"/>
              </a:ext>
            </a:extLst>
          </p:cNvPr>
          <p:cNvSpPr txBox="1"/>
          <p:nvPr/>
        </p:nvSpPr>
        <p:spPr>
          <a:xfrm>
            <a:off x="438946" y="1180868"/>
            <a:ext cx="8075240" cy="4221092"/>
          </a:xfrm>
          <a:prstGeom prst="rect">
            <a:avLst/>
          </a:prstGeom>
          <a:noFill/>
        </p:spPr>
        <p:txBody>
          <a:bodyPr wrap="square">
            <a:spAutoFit/>
          </a:bodyPr>
          <a:lstStyle/>
          <a:p>
            <a:pPr>
              <a:lnSpc>
                <a:spcPct val="150000"/>
              </a:lnSpc>
              <a:buNone/>
            </a:pPr>
            <a:r>
              <a:rPr lang="en-IN" sz="2600" b="1" dirty="0">
                <a:latin typeface="Times New Roman" panose="02020603050405020304" pitchFamily="18" charset="0"/>
                <a:cs typeface="Times New Roman" panose="02020603050405020304" pitchFamily="18" charset="0"/>
              </a:rPr>
              <a:t>Queue ADT says:</a:t>
            </a:r>
            <a:endParaRPr lang="en-IN" sz="2600" dirty="0">
              <a:latin typeface="Times New Roman" panose="02020603050405020304" pitchFamily="18" charset="0"/>
              <a:cs typeface="Times New Roman" panose="02020603050405020304" pitchFamily="18" charset="0"/>
            </a:endParaRPr>
          </a:p>
          <a:p>
            <a:pPr marL="1028700" lvl="1" indent="-571500">
              <a:lnSpc>
                <a:spcPct val="150000"/>
              </a:lnSpc>
              <a:buFont typeface="+mj-lt"/>
              <a:buAutoNum type="romanUcPeriod"/>
            </a:pPr>
            <a:r>
              <a:rPr lang="en-IN" sz="2600" dirty="0">
                <a:latin typeface="Times New Roman" panose="02020603050405020304" pitchFamily="18" charset="0"/>
                <a:cs typeface="Times New Roman" panose="02020603050405020304" pitchFamily="18" charset="0"/>
              </a:rPr>
              <a:t>Enqueue</a:t>
            </a:r>
          </a:p>
          <a:p>
            <a:pPr marL="1028700" lvl="1" indent="-571500">
              <a:lnSpc>
                <a:spcPct val="150000"/>
              </a:lnSpc>
              <a:buFont typeface="+mj-lt"/>
              <a:buAutoNum type="romanUcPeriod"/>
            </a:pPr>
            <a:r>
              <a:rPr lang="en-IN" sz="2600" dirty="0">
                <a:latin typeface="Times New Roman" panose="02020603050405020304" pitchFamily="18" charset="0"/>
                <a:cs typeface="Times New Roman" panose="02020603050405020304" pitchFamily="18" charset="0"/>
              </a:rPr>
              <a:t>Dequeue</a:t>
            </a:r>
          </a:p>
          <a:p>
            <a:pPr>
              <a:lnSpc>
                <a:spcPct val="150000"/>
              </a:lnSpc>
              <a:buNone/>
            </a:pPr>
            <a:r>
              <a:rPr lang="en-IN" sz="2600" b="1" dirty="0">
                <a:latin typeface="Times New Roman" panose="02020603050405020304" pitchFamily="18" charset="0"/>
                <a:cs typeface="Times New Roman" panose="02020603050405020304" pitchFamily="18" charset="0"/>
              </a:rPr>
              <a:t>Implementation choices:</a:t>
            </a:r>
            <a:endParaRPr lang="en-IN" sz="2600" dirty="0">
              <a:latin typeface="Times New Roman" panose="02020603050405020304" pitchFamily="18" charset="0"/>
              <a:cs typeface="Times New Roman" panose="02020603050405020304" pitchFamily="18" charset="0"/>
            </a:endParaRPr>
          </a:p>
          <a:p>
            <a:pPr marL="914400" lvl="1" indent="-457200">
              <a:lnSpc>
                <a:spcPct val="150000"/>
              </a:lnSpc>
              <a:buFont typeface="Wingdings" panose="05000000000000000000" pitchFamily="2" charset="2"/>
              <a:buChar char="§"/>
            </a:pPr>
            <a:r>
              <a:rPr lang="en-IN" sz="2600" dirty="0">
                <a:latin typeface="Times New Roman" panose="02020603050405020304" pitchFamily="18" charset="0"/>
                <a:cs typeface="Times New Roman" panose="02020603050405020304" pitchFamily="18" charset="0"/>
              </a:rPr>
              <a:t>Array-based Queue</a:t>
            </a:r>
          </a:p>
          <a:p>
            <a:pPr marL="914400" lvl="1" indent="-457200">
              <a:lnSpc>
                <a:spcPct val="150000"/>
              </a:lnSpc>
              <a:buFont typeface="Wingdings" panose="05000000000000000000" pitchFamily="2" charset="2"/>
              <a:buChar char="§"/>
            </a:pPr>
            <a:r>
              <a:rPr lang="en-IN" sz="2600" dirty="0">
                <a:latin typeface="Times New Roman" panose="02020603050405020304" pitchFamily="18" charset="0"/>
                <a:cs typeface="Times New Roman" panose="02020603050405020304" pitchFamily="18" charset="0"/>
              </a:rPr>
              <a:t>Linked List Queue</a:t>
            </a:r>
          </a:p>
          <a:p>
            <a:pPr>
              <a:lnSpc>
                <a:spcPct val="150000"/>
              </a:lnSpc>
              <a:buNone/>
            </a:pPr>
            <a:r>
              <a:rPr lang="en-IN" sz="2600" dirty="0">
                <a:latin typeface="Times New Roman" panose="02020603050405020304" pitchFamily="18" charset="0"/>
                <a:cs typeface="Times New Roman" panose="02020603050405020304" pitchFamily="18" charset="0"/>
              </a:rPr>
              <a:t>➡️ Same ADT, different data structures.</a:t>
            </a:r>
          </a:p>
        </p:txBody>
      </p:sp>
    </p:spTree>
    <p:extLst>
      <p:ext uri="{BB962C8B-B14F-4D97-AF65-F5344CB8AC3E}">
        <p14:creationId xmlns:p14="http://schemas.microsoft.com/office/powerpoint/2010/main" val="2058368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0511C-ECCD-A0BF-6EF6-EF09CF9A83C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5738D2-37D5-B7F1-D47D-AB182F12451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EEB7EEF5-794D-653C-A1A5-84C57D9D703A}"/>
              </a:ext>
            </a:extLst>
          </p:cNvPr>
          <p:cNvSpPr>
            <a:spLocks noChangeArrowheads="1"/>
          </p:cNvSpPr>
          <p:nvPr/>
        </p:nvSpPr>
        <p:spPr bwMode="auto">
          <a:xfrm>
            <a:off x="179512" y="120818"/>
            <a:ext cx="750622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Advantages and Disadvantages of ADT</a:t>
            </a:r>
          </a:p>
        </p:txBody>
      </p:sp>
      <p:cxnSp>
        <p:nvCxnSpPr>
          <p:cNvPr id="7" name="Straight Connector 6">
            <a:extLst>
              <a:ext uri="{FF2B5EF4-FFF2-40B4-BE49-F238E27FC236}">
                <a16:creationId xmlns:a16="http://schemas.microsoft.com/office/drawing/2014/main" id="{CB860CEF-1ECA-0317-13A7-C67656FB1838}"/>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CF769B4-752D-9F26-FA54-D15C66E7D0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6468DF53-63CB-9B4B-9AC0-E5258E7DD9AC}"/>
              </a:ext>
            </a:extLst>
          </p:cNvPr>
          <p:cNvSpPr>
            <a:spLocks noGrp="1"/>
          </p:cNvSpPr>
          <p:nvPr>
            <p:ph type="sldNum" sz="quarter" idx="12"/>
          </p:nvPr>
        </p:nvSpPr>
        <p:spPr/>
        <p:txBody>
          <a:bodyPr/>
          <a:lstStyle/>
          <a:p>
            <a:fld id="{C421C46D-3F04-4F73-BF36-E6D9DA5AE143}" type="slidenum">
              <a:rPr lang="en-IN" smtClean="0"/>
              <a:t>25</a:t>
            </a:fld>
            <a:endParaRPr lang="en-IN"/>
          </a:p>
        </p:txBody>
      </p:sp>
      <p:sp>
        <p:nvSpPr>
          <p:cNvPr id="22" name="TextBox 21">
            <a:extLst>
              <a:ext uri="{FF2B5EF4-FFF2-40B4-BE49-F238E27FC236}">
                <a16:creationId xmlns:a16="http://schemas.microsoft.com/office/drawing/2014/main" id="{20989BB5-3C86-C005-FFC8-ED9EE5FDEB2B}"/>
              </a:ext>
            </a:extLst>
          </p:cNvPr>
          <p:cNvSpPr txBox="1"/>
          <p:nvPr/>
        </p:nvSpPr>
        <p:spPr>
          <a:xfrm>
            <a:off x="326108" y="1082113"/>
            <a:ext cx="8757918" cy="6119945"/>
          </a:xfrm>
          <a:prstGeom prst="rect">
            <a:avLst/>
          </a:prstGeom>
          <a:noFill/>
        </p:spPr>
        <p:txBody>
          <a:bodyPr wrap="square">
            <a:spAutoFit/>
          </a:bodyPr>
          <a:lstStyle/>
          <a:p>
            <a:pPr algn="just" fontAlgn="base">
              <a:lnSpc>
                <a:spcPct val="150000"/>
              </a:lnSpc>
            </a:pPr>
            <a:r>
              <a:rPr lang="en-US" sz="2400" dirty="0">
                <a:latin typeface="Times New Roman" panose="02020603050405020304" pitchFamily="18" charset="0"/>
                <a:cs typeface="Times New Roman" panose="02020603050405020304" pitchFamily="18" charset="0"/>
              </a:rPr>
              <a:t>Abstract data types (ADTs) have several advantages and disadvantages that should be considered when deciding to use them in software development. </a:t>
            </a:r>
          </a:p>
          <a:p>
            <a:pPr algn="just" fontAlgn="base">
              <a:lnSpc>
                <a:spcPct val="150000"/>
              </a:lnSpc>
            </a:pPr>
            <a:r>
              <a:rPr lang="en-US" sz="2400" b="1" dirty="0">
                <a:latin typeface="Times New Roman" panose="02020603050405020304" pitchFamily="18" charset="0"/>
                <a:cs typeface="Times New Roman" panose="02020603050405020304" pitchFamily="18" charset="0"/>
              </a:rPr>
              <a:t>Advantage:</a:t>
            </a:r>
            <a:endParaRPr lang="en-US" sz="2400" dirty="0">
              <a:latin typeface="Times New Roman" panose="02020603050405020304" pitchFamily="18" charset="0"/>
              <a:cs typeface="Times New Roman" panose="02020603050405020304" pitchFamily="18" charset="0"/>
            </a:endParaRPr>
          </a:p>
          <a:p>
            <a:pPr algn="just" fontAlgn="base">
              <a:lnSpc>
                <a:spcPct val="150000"/>
              </a:lnSpc>
            </a:pPr>
            <a:r>
              <a:rPr lang="en-US" sz="2400" dirty="0">
                <a:latin typeface="Times New Roman" panose="02020603050405020304" pitchFamily="18" charset="0"/>
                <a:cs typeface="Times New Roman" panose="02020603050405020304" pitchFamily="18" charset="0"/>
              </a:rPr>
              <a:t>The advantages are listed below:</a:t>
            </a:r>
          </a:p>
          <a:p>
            <a:pPr marL="1428750" lvl="2" indent="-514350" algn="just" fontAlgn="base">
              <a:lnSpc>
                <a:spcPct val="150000"/>
              </a:lnSpc>
              <a:buFont typeface="+mj-lt"/>
              <a:buAutoNum type="romanUcPeriod"/>
            </a:pPr>
            <a:r>
              <a:rPr lang="en-US" sz="2400" b="1" dirty="0">
                <a:latin typeface="Times New Roman" panose="02020603050405020304" pitchFamily="18" charset="0"/>
                <a:cs typeface="Times New Roman" panose="02020603050405020304" pitchFamily="18" charset="0"/>
              </a:rPr>
              <a:t>Encapsulation</a:t>
            </a:r>
            <a:r>
              <a:rPr lang="en-US" sz="2400" dirty="0">
                <a:latin typeface="Times New Roman" panose="02020603050405020304" pitchFamily="18" charset="0"/>
                <a:cs typeface="Times New Roman" panose="02020603050405020304" pitchFamily="18" charset="0"/>
              </a:rPr>
              <a:t>: </a:t>
            </a:r>
          </a:p>
          <a:p>
            <a:pPr marL="1428750" lvl="2" indent="-514350" algn="just" fontAlgn="base">
              <a:lnSpc>
                <a:spcPct val="150000"/>
              </a:lnSpc>
              <a:buFont typeface="+mj-lt"/>
              <a:buAutoNum type="romanUcPeriod"/>
            </a:pPr>
            <a:r>
              <a:rPr lang="en-US" sz="2400" b="1" dirty="0">
                <a:latin typeface="Times New Roman" panose="02020603050405020304" pitchFamily="18" charset="0"/>
                <a:cs typeface="Times New Roman" panose="02020603050405020304" pitchFamily="18" charset="0"/>
              </a:rPr>
              <a:t>Abstraction</a:t>
            </a:r>
            <a:r>
              <a:rPr lang="en-US" sz="2400" dirty="0">
                <a:latin typeface="Times New Roman" panose="02020603050405020304" pitchFamily="18" charset="0"/>
                <a:cs typeface="Times New Roman" panose="02020603050405020304" pitchFamily="18" charset="0"/>
              </a:rPr>
              <a:t>: </a:t>
            </a:r>
          </a:p>
          <a:p>
            <a:pPr marL="1428750" lvl="2" indent="-514350" algn="just" fontAlgn="base">
              <a:lnSpc>
                <a:spcPct val="150000"/>
              </a:lnSpc>
              <a:buFont typeface="+mj-lt"/>
              <a:buAutoNum type="romanUcPeriod"/>
            </a:pPr>
            <a:r>
              <a:rPr lang="en-US" sz="2400" b="1" dirty="0">
                <a:latin typeface="Times New Roman" panose="02020603050405020304" pitchFamily="18" charset="0"/>
                <a:cs typeface="Times New Roman" panose="02020603050405020304" pitchFamily="18" charset="0"/>
              </a:rPr>
              <a:t>Data Structure Independence</a:t>
            </a:r>
            <a:r>
              <a:rPr lang="en-US" sz="2400" dirty="0">
                <a:latin typeface="Times New Roman" panose="02020603050405020304" pitchFamily="18" charset="0"/>
                <a:cs typeface="Times New Roman" panose="02020603050405020304" pitchFamily="18" charset="0"/>
              </a:rPr>
              <a:t>: </a:t>
            </a:r>
          </a:p>
          <a:p>
            <a:pPr marL="1428750" lvl="2" indent="-514350" algn="just" fontAlgn="base">
              <a:lnSpc>
                <a:spcPct val="150000"/>
              </a:lnSpc>
              <a:buFont typeface="+mj-lt"/>
              <a:buAutoNum type="romanUcPeriod"/>
            </a:pPr>
            <a:r>
              <a:rPr lang="en-US" sz="2400" b="1" dirty="0">
                <a:latin typeface="Times New Roman" panose="02020603050405020304" pitchFamily="18" charset="0"/>
                <a:cs typeface="Times New Roman" panose="02020603050405020304" pitchFamily="18" charset="0"/>
              </a:rPr>
              <a:t>Information Hiding</a:t>
            </a:r>
            <a:r>
              <a:rPr lang="en-US" sz="2400" dirty="0">
                <a:latin typeface="Times New Roman" panose="02020603050405020304" pitchFamily="18" charset="0"/>
                <a:cs typeface="Times New Roman" panose="02020603050405020304" pitchFamily="18" charset="0"/>
              </a:rPr>
              <a:t>: </a:t>
            </a:r>
          </a:p>
          <a:p>
            <a:pPr marL="1428750" lvl="2" indent="-514350" algn="just" fontAlgn="base">
              <a:lnSpc>
                <a:spcPct val="150000"/>
              </a:lnSpc>
              <a:buFont typeface="+mj-lt"/>
              <a:buAutoNum type="romanUcPeriod"/>
            </a:pPr>
            <a:r>
              <a:rPr lang="en-US" sz="2400" b="1" dirty="0">
                <a:latin typeface="Times New Roman" panose="02020603050405020304" pitchFamily="18" charset="0"/>
                <a:cs typeface="Times New Roman" panose="02020603050405020304" pitchFamily="18" charset="0"/>
              </a:rPr>
              <a:t>Modularity</a:t>
            </a:r>
            <a:r>
              <a:rPr lang="en-US" sz="2400" dirty="0">
                <a:latin typeface="Times New Roman" panose="02020603050405020304" pitchFamily="18" charset="0"/>
                <a:cs typeface="Times New Roman" panose="02020603050405020304" pitchFamily="18" charset="0"/>
              </a:rPr>
              <a:t>: </a:t>
            </a:r>
          </a:p>
          <a:p>
            <a:pPr algn="just" fontAlgn="base">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594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22">
                                            <p:txEl>
                                              <p:pRg st="1" end="1"/>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2">
                                            <p:txEl>
                                              <p:pRg st="2" end="2"/>
                                            </p:txEl>
                                          </p:spTgt>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22">
                                            <p:txEl>
                                              <p:pRg st="3" end="3"/>
                                            </p:txEl>
                                          </p:spTgt>
                                        </p:tgtEl>
                                      </p:cBhvr>
                                      <p:by x="150000" y="150000"/>
                                    </p:animScale>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22">
                                            <p:txEl>
                                              <p:pRg st="4" end="4"/>
                                            </p:txEl>
                                          </p:spTgt>
                                        </p:tgtEl>
                                      </p:cBhvr>
                                      <p:by x="150000" y="150000"/>
                                    </p:animScale>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p:cBhvr>
                                        <p:cTn id="26" dur="2000" fill="hold"/>
                                        <p:tgtEl>
                                          <p:spTgt spid="22">
                                            <p:txEl>
                                              <p:pRg st="5" end="5"/>
                                            </p:txEl>
                                          </p:spTgt>
                                        </p:tgtEl>
                                      </p:cBhvr>
                                      <p:by x="150000" y="150000"/>
                                    </p:animScale>
                                  </p:childTnLst>
                                </p:cTn>
                              </p:par>
                            </p:childTnLst>
                          </p:cTn>
                        </p:par>
                      </p:childTnLst>
                    </p:cTn>
                  </p:par>
                  <p:par>
                    <p:cTn id="27" fill="hold">
                      <p:stCondLst>
                        <p:cond delay="indefinite"/>
                      </p:stCondLst>
                      <p:childTnLst>
                        <p:par>
                          <p:cTn id="28" fill="hold">
                            <p:stCondLst>
                              <p:cond delay="0"/>
                            </p:stCondLst>
                            <p:childTnLst>
                              <p:par>
                                <p:cTn id="29" presetID="6" presetClass="emph" presetSubtype="0" fill="hold" nodeType="clickEffect">
                                  <p:stCondLst>
                                    <p:cond delay="0"/>
                                  </p:stCondLst>
                                  <p:childTnLst>
                                    <p:animScale>
                                      <p:cBhvr>
                                        <p:cTn id="30" dur="2000" fill="hold"/>
                                        <p:tgtEl>
                                          <p:spTgt spid="22">
                                            <p:txEl>
                                              <p:pRg st="6" end="6"/>
                                            </p:txEl>
                                          </p:spTgt>
                                        </p:tgtEl>
                                      </p:cBhvr>
                                      <p:by x="150000" y="150000"/>
                                    </p:animScale>
                                  </p:childTnLst>
                                </p:cTn>
                              </p:par>
                            </p:childTnLst>
                          </p:cTn>
                        </p:par>
                      </p:childTnLst>
                    </p:cTn>
                  </p:par>
                  <p:par>
                    <p:cTn id="31" fill="hold">
                      <p:stCondLst>
                        <p:cond delay="indefinite"/>
                      </p:stCondLst>
                      <p:childTnLst>
                        <p:par>
                          <p:cTn id="32" fill="hold">
                            <p:stCondLst>
                              <p:cond delay="0"/>
                            </p:stCondLst>
                            <p:childTnLst>
                              <p:par>
                                <p:cTn id="33" presetID="6" presetClass="emph" presetSubtype="0" fill="hold" nodeType="clickEffect">
                                  <p:stCondLst>
                                    <p:cond delay="0"/>
                                  </p:stCondLst>
                                  <p:childTnLst>
                                    <p:animScale>
                                      <p:cBhvr>
                                        <p:cTn id="34" dur="2000" fill="hold"/>
                                        <p:tgtEl>
                                          <p:spTgt spid="22">
                                            <p:txEl>
                                              <p:pRg st="7" end="7"/>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8D237-1903-B721-6360-E6C2270A337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77EE8F8-B51B-77BC-5183-3E17DD70EC1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8469018A-480F-E032-E91A-2109EE2B6F95}"/>
              </a:ext>
            </a:extLst>
          </p:cNvPr>
          <p:cNvSpPr>
            <a:spLocks noChangeArrowheads="1"/>
          </p:cNvSpPr>
          <p:nvPr/>
        </p:nvSpPr>
        <p:spPr bwMode="auto">
          <a:xfrm>
            <a:off x="179512" y="120818"/>
            <a:ext cx="77145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Advantages and Disadvantages of ADT..</a:t>
            </a:r>
          </a:p>
        </p:txBody>
      </p:sp>
      <p:cxnSp>
        <p:nvCxnSpPr>
          <p:cNvPr id="7" name="Straight Connector 6">
            <a:extLst>
              <a:ext uri="{FF2B5EF4-FFF2-40B4-BE49-F238E27FC236}">
                <a16:creationId xmlns:a16="http://schemas.microsoft.com/office/drawing/2014/main" id="{8002B28B-06BB-794F-18BD-62FDE3FC8488}"/>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C318E01-EAC5-49F5-1414-D46EFDF3732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C2311371-7710-B841-813D-3D4BCD48C010}"/>
              </a:ext>
            </a:extLst>
          </p:cNvPr>
          <p:cNvSpPr>
            <a:spLocks noGrp="1"/>
          </p:cNvSpPr>
          <p:nvPr>
            <p:ph type="sldNum" sz="quarter" idx="12"/>
          </p:nvPr>
        </p:nvSpPr>
        <p:spPr/>
        <p:txBody>
          <a:bodyPr/>
          <a:lstStyle/>
          <a:p>
            <a:fld id="{C421C46D-3F04-4F73-BF36-E6D9DA5AE143}" type="slidenum">
              <a:rPr lang="en-IN" smtClean="0"/>
              <a:t>26</a:t>
            </a:fld>
            <a:endParaRPr lang="en-IN"/>
          </a:p>
        </p:txBody>
      </p:sp>
      <p:sp>
        <p:nvSpPr>
          <p:cNvPr id="22" name="TextBox 21">
            <a:extLst>
              <a:ext uri="{FF2B5EF4-FFF2-40B4-BE49-F238E27FC236}">
                <a16:creationId xmlns:a16="http://schemas.microsoft.com/office/drawing/2014/main" id="{257709CE-8D12-5A7B-D7D9-CCEF3276403D}"/>
              </a:ext>
            </a:extLst>
          </p:cNvPr>
          <p:cNvSpPr txBox="1"/>
          <p:nvPr/>
        </p:nvSpPr>
        <p:spPr>
          <a:xfrm>
            <a:off x="326108" y="1082113"/>
            <a:ext cx="8757918" cy="3903954"/>
          </a:xfrm>
          <a:prstGeom prst="rect">
            <a:avLst/>
          </a:prstGeom>
          <a:noFill/>
        </p:spPr>
        <p:txBody>
          <a:bodyPr wrap="square">
            <a:spAutoFit/>
          </a:bodyPr>
          <a:lstStyle/>
          <a:p>
            <a:pPr algn="just" fontAlgn="base">
              <a:lnSpc>
                <a:spcPct val="150000"/>
              </a:lnSpc>
            </a:pPr>
            <a:r>
              <a:rPr lang="en-US" sz="2400" b="1" dirty="0">
                <a:latin typeface="Times New Roman" panose="02020603050405020304" pitchFamily="18" charset="0"/>
                <a:cs typeface="Times New Roman" panose="02020603050405020304" pitchFamily="18" charset="0"/>
              </a:rPr>
              <a:t>Disadvantages:</a:t>
            </a:r>
            <a:endParaRPr lang="en-US" sz="2400" dirty="0">
              <a:latin typeface="Times New Roman" panose="02020603050405020304" pitchFamily="18" charset="0"/>
              <a:cs typeface="Times New Roman" panose="02020603050405020304" pitchFamily="18" charset="0"/>
            </a:endParaRPr>
          </a:p>
          <a:p>
            <a:pPr algn="just" fontAlgn="base">
              <a:lnSpc>
                <a:spcPct val="150000"/>
              </a:lnSpc>
            </a:pPr>
            <a:r>
              <a:rPr lang="en-US" sz="2400" dirty="0">
                <a:latin typeface="Times New Roman" panose="02020603050405020304" pitchFamily="18" charset="0"/>
                <a:cs typeface="Times New Roman" panose="02020603050405020304" pitchFamily="18" charset="0"/>
              </a:rPr>
              <a:t>The disadvantages are listed below:</a:t>
            </a:r>
          </a:p>
          <a:p>
            <a:pPr marL="1428750" lvl="2" indent="-514350" algn="just" fontAlgn="base">
              <a:lnSpc>
                <a:spcPct val="150000"/>
              </a:lnSpc>
              <a:buFont typeface="+mj-lt"/>
              <a:buAutoNum type="romanUcPeriod"/>
            </a:pPr>
            <a:r>
              <a:rPr lang="en-US" sz="2400" b="1" i="1" dirty="0">
                <a:latin typeface="Times New Roman" panose="02020603050405020304" pitchFamily="18" charset="0"/>
                <a:cs typeface="Times New Roman" panose="02020603050405020304" pitchFamily="18" charset="0"/>
              </a:rPr>
              <a:t>Overhead</a:t>
            </a:r>
            <a:r>
              <a:rPr lang="en-US" sz="2400" i="1" dirty="0">
                <a:latin typeface="Times New Roman" panose="02020603050405020304" pitchFamily="18" charset="0"/>
                <a:cs typeface="Times New Roman" panose="02020603050405020304" pitchFamily="18" charset="0"/>
              </a:rPr>
              <a:t>: </a:t>
            </a:r>
          </a:p>
          <a:p>
            <a:pPr marL="1428750" lvl="2" indent="-514350" algn="just" fontAlgn="base">
              <a:lnSpc>
                <a:spcPct val="150000"/>
              </a:lnSpc>
              <a:buFont typeface="+mj-lt"/>
              <a:buAutoNum type="romanUcPeriod"/>
            </a:pPr>
            <a:r>
              <a:rPr lang="en-US" sz="2400" b="1" i="1" dirty="0">
                <a:latin typeface="Times New Roman" panose="02020603050405020304" pitchFamily="18" charset="0"/>
                <a:cs typeface="Times New Roman" panose="02020603050405020304" pitchFamily="18" charset="0"/>
              </a:rPr>
              <a:t>Complexity</a:t>
            </a:r>
            <a:r>
              <a:rPr lang="en-US" sz="2400" i="1" dirty="0">
                <a:latin typeface="Times New Roman" panose="02020603050405020304" pitchFamily="18" charset="0"/>
                <a:cs typeface="Times New Roman" panose="02020603050405020304" pitchFamily="18" charset="0"/>
              </a:rPr>
              <a:t>: </a:t>
            </a:r>
          </a:p>
          <a:p>
            <a:pPr marL="1428750" lvl="2" indent="-514350" algn="just" fontAlgn="base">
              <a:lnSpc>
                <a:spcPct val="150000"/>
              </a:lnSpc>
              <a:buFont typeface="+mj-lt"/>
              <a:buAutoNum type="romanUcPeriod"/>
            </a:pPr>
            <a:r>
              <a:rPr lang="en-US" sz="2400" b="1" i="1" dirty="0">
                <a:latin typeface="Times New Roman" panose="02020603050405020304" pitchFamily="18" charset="0"/>
                <a:cs typeface="Times New Roman" panose="02020603050405020304" pitchFamily="18" charset="0"/>
              </a:rPr>
              <a:t>Learning </a:t>
            </a:r>
            <a:r>
              <a:rPr lang="en-US" sz="2400" i="1" dirty="0">
                <a:latin typeface="Times New Roman" panose="02020603050405020304" pitchFamily="18" charset="0"/>
                <a:cs typeface="Times New Roman" panose="02020603050405020304" pitchFamily="18" charset="0"/>
              </a:rPr>
              <a:t>Curve: </a:t>
            </a:r>
          </a:p>
          <a:p>
            <a:pPr marL="1428750" lvl="2" indent="-514350" algn="just" fontAlgn="base">
              <a:lnSpc>
                <a:spcPct val="150000"/>
              </a:lnSpc>
              <a:buFont typeface="+mj-lt"/>
              <a:buAutoNum type="romanUcPeriod"/>
            </a:pPr>
            <a:r>
              <a:rPr lang="en-US" sz="2400" b="1" i="1" dirty="0">
                <a:latin typeface="Times New Roman" panose="02020603050405020304" pitchFamily="18" charset="0"/>
                <a:cs typeface="Times New Roman" panose="02020603050405020304" pitchFamily="18" charset="0"/>
              </a:rPr>
              <a:t>Limited Flexibility:</a:t>
            </a:r>
            <a:r>
              <a:rPr lang="en-US" sz="2400" i="1" dirty="0">
                <a:latin typeface="Times New Roman" panose="02020603050405020304" pitchFamily="18" charset="0"/>
                <a:cs typeface="Times New Roman" panose="02020603050405020304" pitchFamily="18" charset="0"/>
              </a:rPr>
              <a:t> </a:t>
            </a:r>
          </a:p>
          <a:p>
            <a:pPr marL="1428750" lvl="2" indent="-514350" algn="just" fontAlgn="base">
              <a:lnSpc>
                <a:spcPct val="150000"/>
              </a:lnSpc>
              <a:buFont typeface="+mj-lt"/>
              <a:buAutoNum type="romanUcPeriod"/>
            </a:pPr>
            <a:r>
              <a:rPr lang="en-US" sz="2400" b="1" i="1" dirty="0">
                <a:latin typeface="Times New Roman" panose="02020603050405020304" pitchFamily="18" charset="0"/>
                <a:cs typeface="Times New Roman" panose="02020603050405020304" pitchFamily="18" charset="0"/>
              </a:rPr>
              <a:t>Cost</a:t>
            </a:r>
            <a:r>
              <a:rPr lang="en-US" sz="2400" i="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11411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22">
                                            <p:txEl>
                                              <p:pRg st="1" end="1"/>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2">
                                            <p:txEl>
                                              <p:pRg st="2" end="2"/>
                                            </p:txEl>
                                          </p:spTgt>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22">
                                            <p:txEl>
                                              <p:pRg st="3" end="3"/>
                                            </p:txEl>
                                          </p:spTgt>
                                        </p:tgtEl>
                                      </p:cBhvr>
                                      <p:by x="150000" y="150000"/>
                                    </p:animScale>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22">
                                            <p:txEl>
                                              <p:pRg st="4" end="4"/>
                                            </p:txEl>
                                          </p:spTgt>
                                        </p:tgtEl>
                                      </p:cBhvr>
                                      <p:by x="150000" y="150000"/>
                                    </p:animScale>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p:cBhvr>
                                        <p:cTn id="26" dur="2000" fill="hold"/>
                                        <p:tgtEl>
                                          <p:spTgt spid="22">
                                            <p:txEl>
                                              <p:pRg st="5" end="5"/>
                                            </p:txEl>
                                          </p:spTgt>
                                        </p:tgtEl>
                                      </p:cBhvr>
                                      <p:by x="150000" y="150000"/>
                                    </p:animScale>
                                  </p:childTnLst>
                                </p:cTn>
                              </p:par>
                            </p:childTnLst>
                          </p:cTn>
                        </p:par>
                      </p:childTnLst>
                    </p:cTn>
                  </p:par>
                  <p:par>
                    <p:cTn id="27" fill="hold">
                      <p:stCondLst>
                        <p:cond delay="indefinite"/>
                      </p:stCondLst>
                      <p:childTnLst>
                        <p:par>
                          <p:cTn id="28" fill="hold">
                            <p:stCondLst>
                              <p:cond delay="0"/>
                            </p:stCondLst>
                            <p:childTnLst>
                              <p:par>
                                <p:cTn id="29" presetID="6" presetClass="emph" presetSubtype="0" fill="hold" nodeType="clickEffect">
                                  <p:stCondLst>
                                    <p:cond delay="0"/>
                                  </p:stCondLst>
                                  <p:childTnLst>
                                    <p:animScale>
                                      <p:cBhvr>
                                        <p:cTn id="30" dur="2000" fill="hold"/>
                                        <p:tgtEl>
                                          <p:spTgt spid="22">
                                            <p:txEl>
                                              <p:pRg st="6" end="6"/>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38614-6168-11B2-8B24-EB15ED64DFD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7FE72F9-D73D-4835-0D84-35A286671B8F}"/>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77FB0955-8155-9AF2-6564-E700C5E6A680}"/>
              </a:ext>
            </a:extLst>
          </p:cNvPr>
          <p:cNvSpPr>
            <a:spLocks noChangeArrowheads="1"/>
          </p:cNvSpPr>
          <p:nvPr/>
        </p:nvSpPr>
        <p:spPr bwMode="auto">
          <a:xfrm>
            <a:off x="179512" y="120818"/>
            <a:ext cx="89867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buNone/>
            </a:pPr>
            <a:r>
              <a:rPr lang="en-US" sz="3600" b="1" dirty="0"/>
              <a:t>Guided Classroom Activity (High Engagement)</a:t>
            </a:r>
          </a:p>
        </p:txBody>
      </p:sp>
      <p:cxnSp>
        <p:nvCxnSpPr>
          <p:cNvPr id="7" name="Straight Connector 6">
            <a:extLst>
              <a:ext uri="{FF2B5EF4-FFF2-40B4-BE49-F238E27FC236}">
                <a16:creationId xmlns:a16="http://schemas.microsoft.com/office/drawing/2014/main" id="{1E21B0E9-1ECB-2CD8-BC11-A6CFAD20ECA0}"/>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678134D-5C75-975F-D91E-40F34A386D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16DC2D43-1E26-74A3-BAEF-658FC77B4FCD}"/>
              </a:ext>
            </a:extLst>
          </p:cNvPr>
          <p:cNvSpPr>
            <a:spLocks noGrp="1"/>
          </p:cNvSpPr>
          <p:nvPr>
            <p:ph type="sldNum" sz="quarter" idx="12"/>
          </p:nvPr>
        </p:nvSpPr>
        <p:spPr/>
        <p:txBody>
          <a:bodyPr/>
          <a:lstStyle/>
          <a:p>
            <a:fld id="{C421C46D-3F04-4F73-BF36-E6D9DA5AE143}" type="slidenum">
              <a:rPr lang="en-IN" smtClean="0"/>
              <a:t>27</a:t>
            </a:fld>
            <a:endParaRPr lang="en-IN"/>
          </a:p>
        </p:txBody>
      </p:sp>
      <p:sp>
        <p:nvSpPr>
          <p:cNvPr id="10" name="TextBox 9">
            <a:extLst>
              <a:ext uri="{FF2B5EF4-FFF2-40B4-BE49-F238E27FC236}">
                <a16:creationId xmlns:a16="http://schemas.microsoft.com/office/drawing/2014/main" id="{58ACF705-E401-BC99-AC12-3039A13DD03C}"/>
              </a:ext>
            </a:extLst>
          </p:cNvPr>
          <p:cNvSpPr txBox="1"/>
          <p:nvPr/>
        </p:nvSpPr>
        <p:spPr>
          <a:xfrm>
            <a:off x="467544" y="1035621"/>
            <a:ext cx="8064896" cy="5657831"/>
          </a:xfrm>
          <a:prstGeom prst="rect">
            <a:avLst/>
          </a:prstGeom>
          <a:noFill/>
        </p:spPr>
        <p:txBody>
          <a:bodyPr wrap="square">
            <a:spAutoFit/>
          </a:bodyPr>
          <a:lstStyle/>
          <a:p>
            <a:pPr>
              <a:lnSpc>
                <a:spcPct val="150000"/>
              </a:lnSpc>
              <a:buNone/>
            </a:pPr>
            <a:r>
              <a:rPr lang="en-US" sz="2600" b="1" dirty="0">
                <a:latin typeface="Times New Roman" panose="02020603050405020304" pitchFamily="18" charset="0"/>
                <a:cs typeface="Times New Roman" panose="02020603050405020304" pitchFamily="18" charset="0"/>
              </a:rPr>
              <a:t>Activity: </a:t>
            </a:r>
            <a:r>
              <a:rPr lang="en-US" sz="2600" b="1" i="1" dirty="0">
                <a:latin typeface="Times New Roman" panose="02020603050405020304" pitchFamily="18" charset="0"/>
                <a:cs typeface="Times New Roman" panose="02020603050405020304" pitchFamily="18" charset="0"/>
              </a:rPr>
              <a:t>Design Your Own ADT</a:t>
            </a:r>
            <a:endParaRPr lang="en-US" sz="2600" b="1" dirty="0">
              <a:latin typeface="Times New Roman" panose="02020603050405020304" pitchFamily="18" charset="0"/>
              <a:cs typeface="Times New Roman" panose="02020603050405020304" pitchFamily="18" charset="0"/>
            </a:endParaRPr>
          </a:p>
          <a:p>
            <a:pPr>
              <a:lnSpc>
                <a:spcPct val="150000"/>
              </a:lnSpc>
              <a:buNone/>
            </a:pPr>
            <a:r>
              <a:rPr lang="en-US" sz="2600" b="1" dirty="0">
                <a:latin typeface="Times New Roman" panose="02020603050405020304" pitchFamily="18" charset="0"/>
                <a:cs typeface="Times New Roman" panose="02020603050405020304" pitchFamily="18" charset="0"/>
              </a:rPr>
              <a:t>Problem:</a:t>
            </a:r>
            <a:br>
              <a:rPr lang="en-US" sz="26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Design an ADT for:</a:t>
            </a:r>
          </a:p>
          <a:p>
            <a:pPr marL="1028700" lvl="1" indent="-571500">
              <a:lnSpc>
                <a:spcPct val="150000"/>
              </a:lnSpc>
              <a:buFont typeface="+mj-lt"/>
              <a:buAutoNum type="romanUcPeriod"/>
            </a:pPr>
            <a:r>
              <a:rPr lang="en-US" sz="2400" dirty="0">
                <a:latin typeface="Times New Roman" panose="02020603050405020304" pitchFamily="18" charset="0"/>
                <a:cs typeface="Times New Roman" panose="02020603050405020304" pitchFamily="18" charset="0"/>
              </a:rPr>
              <a:t>Music Playlist OR</a:t>
            </a:r>
          </a:p>
          <a:p>
            <a:pPr marL="1028700" lvl="1" indent="-571500">
              <a:lnSpc>
                <a:spcPct val="150000"/>
              </a:lnSpc>
              <a:buFont typeface="+mj-lt"/>
              <a:buAutoNum type="romanUcPeriod"/>
            </a:pPr>
            <a:r>
              <a:rPr lang="en-US" sz="2400" dirty="0">
                <a:latin typeface="Times New Roman" panose="02020603050405020304" pitchFamily="18" charset="0"/>
                <a:cs typeface="Times New Roman" panose="02020603050405020304" pitchFamily="18" charset="0"/>
              </a:rPr>
              <a:t>Online Shopping Cart</a:t>
            </a:r>
          </a:p>
          <a:p>
            <a:pPr>
              <a:lnSpc>
                <a:spcPct val="150000"/>
              </a:lnSpc>
              <a:buNone/>
            </a:pPr>
            <a:r>
              <a:rPr lang="en-US" sz="2400" dirty="0">
                <a:latin typeface="Times New Roman" panose="02020603050405020304" pitchFamily="18" charset="0"/>
                <a:cs typeface="Times New Roman" panose="02020603050405020304" pitchFamily="18" charset="0"/>
              </a:rPr>
              <a:t>Students must specify:</a:t>
            </a:r>
          </a:p>
          <a:p>
            <a:pPr marL="1028700" lvl="1" indent="-571500">
              <a:lnSpc>
                <a:spcPct val="150000"/>
              </a:lnSpc>
              <a:buFont typeface="+mj-lt"/>
              <a:buAutoNum type="romanUcPeriod"/>
            </a:pPr>
            <a:r>
              <a:rPr lang="en-US" sz="2400" dirty="0">
                <a:latin typeface="Times New Roman" panose="02020603050405020304" pitchFamily="18" charset="0"/>
                <a:cs typeface="Times New Roman" panose="02020603050405020304" pitchFamily="18" charset="0"/>
              </a:rPr>
              <a:t>Data items</a:t>
            </a:r>
          </a:p>
          <a:p>
            <a:pPr marL="1028700" lvl="1" indent="-571500">
              <a:lnSpc>
                <a:spcPct val="150000"/>
              </a:lnSpc>
              <a:buFont typeface="+mj-lt"/>
              <a:buAutoNum type="romanUcPeriod"/>
            </a:pPr>
            <a:r>
              <a:rPr lang="en-US" sz="2400" dirty="0">
                <a:latin typeface="Times New Roman" panose="02020603050405020304" pitchFamily="18" charset="0"/>
                <a:cs typeface="Times New Roman" panose="02020603050405020304" pitchFamily="18" charset="0"/>
              </a:rPr>
              <a:t>Operations</a:t>
            </a:r>
          </a:p>
          <a:p>
            <a:pPr marL="1028700" lvl="1" indent="-571500">
              <a:lnSpc>
                <a:spcPct val="150000"/>
              </a:lnSpc>
              <a:buFont typeface="+mj-lt"/>
              <a:buAutoNum type="romanUcPeriod"/>
            </a:pPr>
            <a:r>
              <a:rPr lang="en-US" sz="2400" dirty="0">
                <a:latin typeface="Times New Roman" panose="02020603050405020304" pitchFamily="18" charset="0"/>
                <a:cs typeface="Times New Roman" panose="02020603050405020304" pitchFamily="18" charset="0"/>
              </a:rPr>
              <a:t>Rules</a:t>
            </a:r>
          </a:p>
          <a:p>
            <a:pPr>
              <a:lnSpc>
                <a:spcPct val="150000"/>
              </a:lnSpc>
              <a:buNone/>
            </a:pPr>
            <a:r>
              <a:rPr lang="en-US" sz="2400" dirty="0">
                <a:latin typeface="Times New Roman" panose="02020603050405020304" pitchFamily="18" charset="0"/>
                <a:cs typeface="Times New Roman" panose="02020603050405020304" pitchFamily="18" charset="0"/>
              </a:rPr>
              <a:t>(No coding allowed ❌)</a:t>
            </a:r>
          </a:p>
        </p:txBody>
      </p:sp>
    </p:spTree>
    <p:extLst>
      <p:ext uri="{BB962C8B-B14F-4D97-AF65-F5344CB8AC3E}">
        <p14:creationId xmlns:p14="http://schemas.microsoft.com/office/powerpoint/2010/main" val="1463982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2AF09-DE60-096F-C901-5AFC2F4CCF9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B5B7BA3-8C02-DC7C-8C3B-6F8ECC5DF3F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D70150CD-D86E-AAD4-7748-AADAF33A565A}"/>
              </a:ext>
            </a:extLst>
          </p:cNvPr>
          <p:cNvSpPr>
            <a:spLocks noChangeArrowheads="1"/>
          </p:cNvSpPr>
          <p:nvPr/>
        </p:nvSpPr>
        <p:spPr bwMode="auto">
          <a:xfrm>
            <a:off x="179512" y="120818"/>
            <a:ext cx="6555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600" b="1" dirty="0"/>
              <a:t>Reflection Question (Think Deep)</a:t>
            </a:r>
          </a:p>
        </p:txBody>
      </p:sp>
      <p:cxnSp>
        <p:nvCxnSpPr>
          <p:cNvPr id="7" name="Straight Connector 6">
            <a:extLst>
              <a:ext uri="{FF2B5EF4-FFF2-40B4-BE49-F238E27FC236}">
                <a16:creationId xmlns:a16="http://schemas.microsoft.com/office/drawing/2014/main" id="{DBDAA188-0166-D4C9-2E5B-C3E355CEBA70}"/>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548A51D-C083-DBF2-8DB8-C144E15C26E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45800E87-D72F-DAE7-DC29-E710A6CED4C1}"/>
              </a:ext>
            </a:extLst>
          </p:cNvPr>
          <p:cNvSpPr>
            <a:spLocks noGrp="1"/>
          </p:cNvSpPr>
          <p:nvPr>
            <p:ph type="sldNum" sz="quarter" idx="12"/>
          </p:nvPr>
        </p:nvSpPr>
        <p:spPr/>
        <p:txBody>
          <a:bodyPr/>
          <a:lstStyle/>
          <a:p>
            <a:fld id="{C421C46D-3F04-4F73-BF36-E6D9DA5AE143}" type="slidenum">
              <a:rPr lang="en-IN" smtClean="0"/>
              <a:t>28</a:t>
            </a:fld>
            <a:endParaRPr lang="en-IN"/>
          </a:p>
        </p:txBody>
      </p:sp>
      <p:sp>
        <p:nvSpPr>
          <p:cNvPr id="22" name="TextBox 21">
            <a:extLst>
              <a:ext uri="{FF2B5EF4-FFF2-40B4-BE49-F238E27FC236}">
                <a16:creationId xmlns:a16="http://schemas.microsoft.com/office/drawing/2014/main" id="{A563C841-6CD3-1F0C-0305-2A09598B39C9}"/>
              </a:ext>
            </a:extLst>
          </p:cNvPr>
          <p:cNvSpPr txBox="1"/>
          <p:nvPr/>
        </p:nvSpPr>
        <p:spPr>
          <a:xfrm>
            <a:off x="326108" y="1082113"/>
            <a:ext cx="8757918" cy="1394356"/>
          </a:xfrm>
          <a:prstGeom prst="rect">
            <a:avLst/>
          </a:prstGeom>
          <a:noFill/>
        </p:spPr>
        <p:txBody>
          <a:bodyPr wrap="square">
            <a:spAutoFit/>
          </a:bodyPr>
          <a:lstStyle/>
          <a:p>
            <a:pPr>
              <a:lnSpc>
                <a:spcPct val="150000"/>
              </a:lnSpc>
            </a:pPr>
            <a:r>
              <a:rPr lang="en-US" sz="3000" dirty="0">
                <a:latin typeface="Times New Roman" panose="02020603050405020304" pitchFamily="18" charset="0"/>
                <a:cs typeface="Times New Roman" panose="02020603050405020304" pitchFamily="18" charset="0"/>
              </a:rPr>
              <a:t>Why is separating </a:t>
            </a:r>
            <a:r>
              <a:rPr lang="en-US" sz="3000" i="1" dirty="0">
                <a:latin typeface="Times New Roman" panose="02020603050405020304" pitchFamily="18" charset="0"/>
                <a:cs typeface="Times New Roman" panose="02020603050405020304" pitchFamily="18" charset="0"/>
              </a:rPr>
              <a:t>what a structure does</a:t>
            </a:r>
            <a:r>
              <a:rPr lang="en-US" sz="3000" dirty="0">
                <a:latin typeface="Times New Roman" panose="02020603050405020304" pitchFamily="18" charset="0"/>
                <a:cs typeface="Times New Roman" panose="02020603050405020304" pitchFamily="18" charset="0"/>
              </a:rPr>
              <a:t> from </a:t>
            </a:r>
            <a:r>
              <a:rPr lang="en-US" sz="3000" i="1" dirty="0">
                <a:latin typeface="Times New Roman" panose="02020603050405020304" pitchFamily="18" charset="0"/>
                <a:cs typeface="Times New Roman" panose="02020603050405020304" pitchFamily="18" charset="0"/>
              </a:rPr>
              <a:t>how it is implemented</a:t>
            </a:r>
            <a:r>
              <a:rPr lang="en-US" sz="3000" dirty="0">
                <a:latin typeface="Times New Roman" panose="02020603050405020304" pitchFamily="18" charset="0"/>
                <a:cs typeface="Times New Roman" panose="02020603050405020304" pitchFamily="18" charset="0"/>
              </a:rPr>
              <a:t> important in large software systems?</a:t>
            </a:r>
          </a:p>
        </p:txBody>
      </p:sp>
    </p:spTree>
    <p:extLst>
      <p:ext uri="{BB962C8B-B14F-4D97-AF65-F5344CB8AC3E}">
        <p14:creationId xmlns:p14="http://schemas.microsoft.com/office/powerpoint/2010/main" val="11473410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sp>
        <p:nvSpPr>
          <p:cNvPr id="5" name="Rectangle 4"/>
          <p:cNvSpPr/>
          <p:nvPr/>
        </p:nvSpPr>
        <p:spPr>
          <a:xfrm>
            <a:off x="2699792" y="2802050"/>
            <a:ext cx="5472608" cy="1015663"/>
          </a:xfrm>
          <a:prstGeom prst="rect">
            <a:avLst/>
          </a:prstGeom>
        </p:spPr>
        <p:txBody>
          <a:bodyPr wrap="square">
            <a:spAutoFit/>
          </a:bodyPr>
          <a:lstStyle/>
          <a:p>
            <a:pPr algn="just"/>
            <a:r>
              <a:rPr lang="en-US" sz="6000" dirty="0">
                <a:latin typeface="Times New Roman" panose="02020603050405020304" pitchFamily="18" charset="0"/>
                <a:cs typeface="Times New Roman" panose="02020603050405020304" pitchFamily="18" charset="0"/>
              </a:rPr>
              <a:t>Thank You</a:t>
            </a:r>
            <a:endParaRPr lang="en-US" sz="6000" b="0" i="0" dirty="0">
              <a:solidFill>
                <a:srgbClr val="303030"/>
              </a:solidFill>
              <a:effectLst/>
              <a:latin typeface="Arimo"/>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fld id="{C421C46D-3F04-4F73-BF36-E6D9DA5AE143}" type="slidenum">
              <a:rPr lang="en-IN" smtClean="0"/>
              <a:t>29</a:t>
            </a:fld>
            <a:endParaRPr lang="en-IN"/>
          </a:p>
        </p:txBody>
      </p:sp>
    </p:spTree>
    <p:extLst>
      <p:ext uri="{BB962C8B-B14F-4D97-AF65-F5344CB8AC3E}">
        <p14:creationId xmlns:p14="http://schemas.microsoft.com/office/powerpoint/2010/main" val="9985911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2690</TotalTime>
  <Words>1628</Words>
  <Application>Microsoft Office PowerPoint</Application>
  <PresentationFormat>On-screen Show (4:3)</PresentationFormat>
  <Paragraphs>288</Paragraphs>
  <Slides>29</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Arimo</vt:lpstr>
      <vt:lpstr>Bell MT</vt:lpstr>
      <vt:lpstr>Calibri</vt:lpstr>
      <vt:lpstr>Nunito</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shahjad israil</cp:lastModifiedBy>
  <cp:revision>551</cp:revision>
  <cp:lastPrinted>2022-09-05T08:43:00Z</cp:lastPrinted>
  <dcterms:created xsi:type="dcterms:W3CDTF">2020-01-16T09:05:00Z</dcterms:created>
  <dcterms:modified xsi:type="dcterms:W3CDTF">2026-01-10T08:42:20Z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B6E7D601B96249B98062D980998F54B8_12</vt:lpwstr>
  </property>
  <property fmtid="{D5CDD505-2E9C-101B-9397-08002B2CF9AE}" pid="3" name="KSOProductBuildVer">
    <vt:lpwstr>1033-12.2.0.19805</vt:lpwstr>
  </property>
</Properties>
</file>