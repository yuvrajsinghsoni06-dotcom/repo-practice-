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97" r:id="rId2"/>
    <p:sldId id="1057" r:id="rId3"/>
    <p:sldId id="1075" r:id="rId4"/>
    <p:sldId id="740" r:id="rId5"/>
    <p:sldId id="835" r:id="rId6"/>
    <p:sldId id="1058" r:id="rId7"/>
    <p:sldId id="1059" r:id="rId8"/>
    <p:sldId id="878" r:id="rId9"/>
    <p:sldId id="879" r:id="rId10"/>
    <p:sldId id="1030" r:id="rId11"/>
    <p:sldId id="1064" r:id="rId12"/>
    <p:sldId id="1065" r:id="rId13"/>
    <p:sldId id="1031" r:id="rId14"/>
    <p:sldId id="1073" r:id="rId15"/>
    <p:sldId id="1060" r:id="rId16"/>
    <p:sldId id="1062" r:id="rId17"/>
    <p:sldId id="1063" r:id="rId18"/>
    <p:sldId id="1066" r:id="rId19"/>
    <p:sldId id="1067" r:id="rId20"/>
    <p:sldId id="1072" r:id="rId21"/>
    <p:sldId id="1068" r:id="rId22"/>
    <p:sldId id="1069" r:id="rId23"/>
    <p:sldId id="1070" r:id="rId24"/>
    <p:sldId id="1071" r:id="rId25"/>
    <p:sldId id="1074" r:id="rId26"/>
    <p:sldId id="269" r:id="rId2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640EF-1CAB-6945-3290-3F933F693FD8}" v="4" dt="2026-01-16T07:04:39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16" y="32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0T08:44:23.498" v="880" actId="2890"/>
      <pc:docMkLst>
        <pc:docMk/>
      </pc:docMkLst>
      <pc:sldChg chg="addSp modSp mod">
        <pc:chgData name="shahjad israil" userId="765442391d65c39a" providerId="LiveId" clId="{AD403976-A7C0-4C75-AA9D-6F93FECD3E33}" dt="2026-01-10T08:43:43.460" v="879" actId="1076"/>
        <pc:sldMkLst>
          <pc:docMk/>
          <pc:sldMk cId="4142536426" sldId="497"/>
        </pc:sldMkLst>
        <pc:spChg chg="mod">
          <ac:chgData name="shahjad israil" userId="765442391d65c39a" providerId="LiveId" clId="{AD403976-A7C0-4C75-AA9D-6F93FECD3E33}" dt="2026-01-10T08:43:15.771" v="876" actId="20577"/>
          <ac:spMkLst>
            <pc:docMk/>
            <pc:sldMk cId="4142536426" sldId="497"/>
            <ac:spMk id="5" creationId="{F735F61E-D087-D90C-58CB-F3056C508EEF}"/>
          </ac:spMkLst>
        </pc:spChg>
        <pc:spChg chg="add mod">
          <ac:chgData name="shahjad israil" userId="765442391d65c39a" providerId="LiveId" clId="{AD403976-A7C0-4C75-AA9D-6F93FECD3E33}" dt="2026-01-10T08:43:23.324" v="877" actId="1076"/>
          <ac:spMkLst>
            <pc:docMk/>
            <pc:sldMk cId="4142536426" sldId="497"/>
            <ac:spMk id="6" creationId="{769086C1-EAF3-B6E4-1438-E9B9F6AFA0D2}"/>
          </ac:spMkLst>
        </pc:spChg>
        <pc:spChg chg="add mod">
          <ac:chgData name="shahjad israil" userId="765442391d65c39a" providerId="LiveId" clId="{AD403976-A7C0-4C75-AA9D-6F93FECD3E33}" dt="2026-01-10T08:43:43.460" v="879" actId="1076"/>
          <ac:spMkLst>
            <pc:docMk/>
            <pc:sldMk cId="4142536426" sldId="497"/>
            <ac:spMk id="9" creationId="{7E0DFEA0-44C4-4CB2-0A02-3E44B34B101F}"/>
          </ac:spMkLst>
        </pc:spChg>
      </pc:sldChg>
      <pc:sldChg chg="addSp delSp modSp mod">
        <pc:chgData name="shahjad israil" userId="765442391d65c39a" providerId="LiveId" clId="{AD403976-A7C0-4C75-AA9D-6F93FECD3E33}" dt="2026-01-10T04:52:24.104" v="259" actId="207"/>
        <pc:sldMkLst>
          <pc:docMk/>
          <pc:sldMk cId="1654840783" sldId="740"/>
        </pc:sldMkLst>
        <pc:spChg chg="add mod">
          <ac:chgData name="shahjad israil" userId="765442391d65c39a" providerId="LiveId" clId="{AD403976-A7C0-4C75-AA9D-6F93FECD3E33}" dt="2026-01-10T04:52:24.104" v="259" actId="207"/>
          <ac:spMkLst>
            <pc:docMk/>
            <pc:sldMk cId="1654840783" sldId="740"/>
            <ac:spMk id="14" creationId="{92AE72C7-3EC7-6CA2-6B7A-44ECBA7BE1F1}"/>
          </ac:spMkLst>
        </pc:spChg>
      </pc:sldChg>
      <pc:sldChg chg="modSp mod">
        <pc:chgData name="shahjad israil" userId="765442391d65c39a" providerId="LiveId" clId="{AD403976-A7C0-4C75-AA9D-6F93FECD3E33}" dt="2026-01-10T04:48:40.368" v="232" actId="15"/>
        <pc:sldMkLst>
          <pc:docMk/>
          <pc:sldMk cId="1200935623" sldId="835"/>
        </pc:sldMkLst>
        <pc:spChg chg="mod">
          <ac:chgData name="shahjad israil" userId="765442391d65c39a" providerId="LiveId" clId="{AD403976-A7C0-4C75-AA9D-6F93FECD3E33}" dt="2026-01-09T09:56:55.280" v="148" actId="20577"/>
          <ac:spMkLst>
            <pc:docMk/>
            <pc:sldMk cId="1200935623" sldId="835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4:48:40.368" v="232" actId="15"/>
          <ac:spMkLst>
            <pc:docMk/>
            <pc:sldMk cId="1200935623" sldId="835"/>
            <ac:spMk id="5" creationId="{00000000-0000-0000-0000-000000000000}"/>
          </ac:spMkLst>
        </pc:spChg>
      </pc:sldChg>
      <pc:sldChg chg="modSp mod modAnim">
        <pc:chgData name="shahjad israil" userId="765442391d65c39a" providerId="LiveId" clId="{AD403976-A7C0-4C75-AA9D-6F93FECD3E33}" dt="2026-01-10T04:57:48.493" v="324"/>
        <pc:sldMkLst>
          <pc:docMk/>
          <pc:sldMk cId="566196382" sldId="878"/>
        </pc:sldMkLst>
        <pc:spChg chg="mod">
          <ac:chgData name="shahjad israil" userId="765442391d65c39a" providerId="LiveId" clId="{AD403976-A7C0-4C75-AA9D-6F93FECD3E33}" dt="2026-01-10T04:56:34.235" v="309" actId="255"/>
          <ac:spMkLst>
            <pc:docMk/>
            <pc:sldMk cId="566196382" sldId="878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4:57:29.332" v="323" actId="20577"/>
          <ac:spMkLst>
            <pc:docMk/>
            <pc:sldMk cId="566196382" sldId="878"/>
            <ac:spMk id="5" creationId="{00000000-0000-0000-0000-000000000000}"/>
          </ac:spMkLst>
        </pc:spChg>
      </pc:sldChg>
      <pc:sldChg chg="modSp mod">
        <pc:chgData name="shahjad israil" userId="765442391d65c39a" providerId="LiveId" clId="{AD403976-A7C0-4C75-AA9D-6F93FECD3E33}" dt="2026-01-10T05:09:19.864" v="382" actId="113"/>
        <pc:sldMkLst>
          <pc:docMk/>
          <pc:sldMk cId="2157738065" sldId="879"/>
        </pc:sldMkLst>
        <pc:spChg chg="mod">
          <ac:chgData name="shahjad israil" userId="765442391d65c39a" providerId="LiveId" clId="{AD403976-A7C0-4C75-AA9D-6F93FECD3E33}" dt="2026-01-10T04:58:12.431" v="328" actId="255"/>
          <ac:spMkLst>
            <pc:docMk/>
            <pc:sldMk cId="2157738065" sldId="879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5:09:19.864" v="382" actId="113"/>
          <ac:spMkLst>
            <pc:docMk/>
            <pc:sldMk cId="2157738065" sldId="879"/>
            <ac:spMk id="5" creationId="{00000000-0000-0000-0000-000000000000}"/>
          </ac:spMkLst>
        </pc:spChg>
      </pc:sldChg>
      <pc:sldChg chg="modSp mod modAnim">
        <pc:chgData name="shahjad israil" userId="765442391d65c39a" providerId="LiveId" clId="{AD403976-A7C0-4C75-AA9D-6F93FECD3E33}" dt="2026-01-10T05:11:08.290" v="409" actId="20577"/>
        <pc:sldMkLst>
          <pc:docMk/>
          <pc:sldMk cId="256811407" sldId="1030"/>
        </pc:sldMkLst>
        <pc:spChg chg="mod">
          <ac:chgData name="shahjad israil" userId="765442391d65c39a" providerId="LiveId" clId="{AD403976-A7C0-4C75-AA9D-6F93FECD3E33}" dt="2026-01-10T05:11:00.517" v="399" actId="14100"/>
          <ac:spMkLst>
            <pc:docMk/>
            <pc:sldMk cId="256811407" sldId="1030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6-01-10T05:11:08.290" v="409" actId="20577"/>
          <ac:spMkLst>
            <pc:docMk/>
            <pc:sldMk cId="256811407" sldId="1030"/>
            <ac:spMk id="6" creationId="{7FEE1B99-B51C-4A5A-108B-8445DFED19F8}"/>
          </ac:spMkLst>
        </pc:spChg>
      </pc:sldChg>
      <pc:sldChg chg="modSp mod modAnim">
        <pc:chgData name="shahjad israil" userId="765442391d65c39a" providerId="LiveId" clId="{AD403976-A7C0-4C75-AA9D-6F93FECD3E33}" dt="2026-01-10T05:26:09.836" v="635" actId="13926"/>
        <pc:sldMkLst>
          <pc:docMk/>
          <pc:sldMk cId="1311512296" sldId="1031"/>
        </pc:sldMkLst>
        <pc:spChg chg="mod">
          <ac:chgData name="shahjad israil" userId="765442391d65c39a" providerId="LiveId" clId="{AD403976-A7C0-4C75-AA9D-6F93FECD3E33}" dt="2026-01-10T05:26:09.836" v="635" actId="13926"/>
          <ac:spMkLst>
            <pc:docMk/>
            <pc:sldMk cId="1311512296" sldId="1031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6-01-10T05:13:06.699" v="421" actId="20577"/>
          <ac:spMkLst>
            <pc:docMk/>
            <pc:sldMk cId="1311512296" sldId="1031"/>
            <ac:spMk id="10" creationId="{7FEE1B99-B51C-4A5A-108B-8445DFED19F8}"/>
          </ac:spMkLst>
        </pc:spChg>
      </pc:sldChg>
      <pc:sldChg chg="modSp mod">
        <pc:chgData name="shahjad israil" userId="765442391d65c39a" providerId="LiveId" clId="{AD403976-A7C0-4C75-AA9D-6F93FECD3E33}" dt="2026-01-09T09:53:30.357" v="139" actId="2710"/>
        <pc:sldMkLst>
          <pc:docMk/>
          <pc:sldMk cId="922697482" sldId="1057"/>
        </pc:sldMkLst>
        <pc:spChg chg="mod">
          <ac:chgData name="shahjad israil" userId="765442391d65c39a" providerId="LiveId" clId="{AD403976-A7C0-4C75-AA9D-6F93FECD3E33}" dt="2026-01-09T09:53:30.357" v="139" actId="2710"/>
          <ac:spMkLst>
            <pc:docMk/>
            <pc:sldMk cId="922697482" sldId="1057"/>
            <ac:spMk id="12" creationId="{00000000-0000-0000-0000-000000000000}"/>
          </ac:spMkLst>
        </pc:spChg>
      </pc:sldChg>
      <pc:sldChg chg="modSp add mod modAnim">
        <pc:chgData name="shahjad israil" userId="765442391d65c39a" providerId="LiveId" clId="{AD403976-A7C0-4C75-AA9D-6F93FECD3E33}" dt="2026-01-10T04:55:06.164" v="297" actId="207"/>
        <pc:sldMkLst>
          <pc:docMk/>
          <pc:sldMk cId="1185097621" sldId="1058"/>
        </pc:sldMkLst>
        <pc:spChg chg="mod">
          <ac:chgData name="shahjad israil" userId="765442391d65c39a" providerId="LiveId" clId="{AD403976-A7C0-4C75-AA9D-6F93FECD3E33}" dt="2026-01-10T04:53:32.771" v="268" actId="255"/>
          <ac:spMkLst>
            <pc:docMk/>
            <pc:sldMk cId="1185097621" sldId="1058"/>
            <ac:spMk id="2" creationId="{07EF36E6-598A-D427-B14A-37E9F21EF6FB}"/>
          </ac:spMkLst>
        </pc:spChg>
        <pc:spChg chg="mod">
          <ac:chgData name="shahjad israil" userId="765442391d65c39a" providerId="LiveId" clId="{AD403976-A7C0-4C75-AA9D-6F93FECD3E33}" dt="2026-01-10T04:55:06.164" v="297" actId="207"/>
          <ac:spMkLst>
            <pc:docMk/>
            <pc:sldMk cId="1185097621" sldId="1058"/>
            <ac:spMk id="5" creationId="{AFCFD152-066D-510A-EB8B-57057FEC5DD1}"/>
          </ac:spMkLst>
        </pc:spChg>
      </pc:sldChg>
      <pc:sldChg chg="modSp add modAnim">
        <pc:chgData name="shahjad israil" userId="765442391d65c39a" providerId="LiveId" clId="{AD403976-A7C0-4C75-AA9D-6F93FECD3E33}" dt="2026-01-10T04:56:00.742" v="305"/>
        <pc:sldMkLst>
          <pc:docMk/>
          <pc:sldMk cId="1684355150" sldId="1059"/>
        </pc:sldMkLst>
        <pc:spChg chg="mod">
          <ac:chgData name="shahjad israil" userId="765442391d65c39a" providerId="LiveId" clId="{AD403976-A7C0-4C75-AA9D-6F93FECD3E33}" dt="2026-01-10T04:55:51.626" v="304" actId="15"/>
          <ac:spMkLst>
            <pc:docMk/>
            <pc:sldMk cId="1684355150" sldId="1059"/>
            <ac:spMk id="5" creationId="{794A7843-6D22-DD3D-397E-CEDC6D542B82}"/>
          </ac:spMkLst>
        </pc:spChg>
      </pc:sldChg>
      <pc:sldChg chg="modSp add mod modAnim">
        <pc:chgData name="shahjad israil" userId="765442391d65c39a" providerId="LiveId" clId="{AD403976-A7C0-4C75-AA9D-6F93FECD3E33}" dt="2026-01-10T05:40:21.302" v="833" actId="20577"/>
        <pc:sldMkLst>
          <pc:docMk/>
          <pc:sldMk cId="2925600426" sldId="1060"/>
        </pc:sldMkLst>
        <pc:spChg chg="mod">
          <ac:chgData name="shahjad israil" userId="765442391d65c39a" providerId="LiveId" clId="{AD403976-A7C0-4C75-AA9D-6F93FECD3E33}" dt="2026-01-10T05:40:21.302" v="833" actId="20577"/>
          <ac:spMkLst>
            <pc:docMk/>
            <pc:sldMk cId="2925600426" sldId="1060"/>
            <ac:spMk id="3" creationId="{FF830E08-DC8F-EEBD-C076-D8238122C4D9}"/>
          </ac:spMkLst>
        </pc:spChg>
        <pc:spChg chg="mod">
          <ac:chgData name="shahjad israil" userId="765442391d65c39a" providerId="LiveId" clId="{AD403976-A7C0-4C75-AA9D-6F93FECD3E33}" dt="2026-01-10T05:16:14.220" v="463" actId="20577"/>
          <ac:spMkLst>
            <pc:docMk/>
            <pc:sldMk cId="2925600426" sldId="1060"/>
            <ac:spMk id="10" creationId="{3467F967-E728-862B-C323-6CD5E6D7474A}"/>
          </ac:spMkLst>
        </pc:spChg>
      </pc:sldChg>
      <pc:sldChg chg="addSp modSp add mod modAnim">
        <pc:chgData name="shahjad israil" userId="765442391d65c39a" providerId="LiveId" clId="{AD403976-A7C0-4C75-AA9D-6F93FECD3E33}" dt="2026-01-10T05:19:51.687" v="497" actId="207"/>
        <pc:sldMkLst>
          <pc:docMk/>
          <pc:sldMk cId="2021727128" sldId="1062"/>
        </pc:sldMkLst>
        <pc:spChg chg="mod">
          <ac:chgData name="shahjad israil" userId="765442391d65c39a" providerId="LiveId" clId="{AD403976-A7C0-4C75-AA9D-6F93FECD3E33}" dt="2026-01-10T05:19:51.687" v="497" actId="207"/>
          <ac:spMkLst>
            <pc:docMk/>
            <pc:sldMk cId="2021727128" sldId="1062"/>
            <ac:spMk id="3" creationId="{9EAFFD84-552B-271B-E747-02897612E591}"/>
          </ac:spMkLst>
        </pc:spChg>
        <pc:spChg chg="add mod">
          <ac:chgData name="shahjad israil" userId="765442391d65c39a" providerId="LiveId" clId="{AD403976-A7C0-4C75-AA9D-6F93FECD3E33}" dt="2026-01-10T05:19:09.722" v="491" actId="1076"/>
          <ac:spMkLst>
            <pc:docMk/>
            <pc:sldMk cId="2021727128" sldId="1062"/>
            <ac:spMk id="5" creationId="{68250895-0AD0-1290-067D-2D78C301C81B}"/>
          </ac:spMkLst>
        </pc:spChg>
      </pc:sldChg>
      <pc:sldChg chg="modSp add mod modAnim">
        <pc:chgData name="shahjad israil" userId="765442391d65c39a" providerId="LiveId" clId="{AD403976-A7C0-4C75-AA9D-6F93FECD3E33}" dt="2026-01-10T05:22:00.959" v="547" actId="20577"/>
        <pc:sldMkLst>
          <pc:docMk/>
          <pc:sldMk cId="3400627969" sldId="1063"/>
        </pc:sldMkLst>
        <pc:spChg chg="mod">
          <ac:chgData name="shahjad israil" userId="765442391d65c39a" providerId="LiveId" clId="{AD403976-A7C0-4C75-AA9D-6F93FECD3E33}" dt="2026-01-10T05:22:00.959" v="547" actId="20577"/>
          <ac:spMkLst>
            <pc:docMk/>
            <pc:sldMk cId="3400627969" sldId="1063"/>
            <ac:spMk id="3" creationId="{25819989-0C98-F434-AF81-CE9C13ED80CC}"/>
          </ac:spMkLst>
        </pc:spChg>
        <pc:spChg chg="mod">
          <ac:chgData name="shahjad israil" userId="765442391d65c39a" providerId="LiveId" clId="{AD403976-A7C0-4C75-AA9D-6F93FECD3E33}" dt="2026-01-10T05:20:43.456" v="506" actId="1076"/>
          <ac:spMkLst>
            <pc:docMk/>
            <pc:sldMk cId="3400627969" sldId="1063"/>
            <ac:spMk id="5" creationId="{E987BE6C-5EC7-9C21-9135-6ED8BBAFC2EC}"/>
          </ac:spMkLst>
        </pc:spChg>
      </pc:sldChg>
      <pc:sldChg chg="modSp add mod modAnim">
        <pc:chgData name="shahjad israil" userId="765442391d65c39a" providerId="LiveId" clId="{AD403976-A7C0-4C75-AA9D-6F93FECD3E33}" dt="2026-01-10T05:24:00.438" v="562" actId="5793"/>
        <pc:sldMkLst>
          <pc:docMk/>
          <pc:sldMk cId="743020150" sldId="1064"/>
        </pc:sldMkLst>
        <pc:spChg chg="mod">
          <ac:chgData name="shahjad israil" userId="765442391d65c39a" providerId="LiveId" clId="{AD403976-A7C0-4C75-AA9D-6F93FECD3E33}" dt="2026-01-10T05:24:00.438" v="562" actId="5793"/>
          <ac:spMkLst>
            <pc:docMk/>
            <pc:sldMk cId="743020150" sldId="1064"/>
            <ac:spMk id="3" creationId="{60EE08F9-5434-A9B9-9103-257D5100DA53}"/>
          </ac:spMkLst>
        </pc:spChg>
        <pc:spChg chg="mod">
          <ac:chgData name="shahjad israil" userId="765442391d65c39a" providerId="LiveId" clId="{AD403976-A7C0-4C75-AA9D-6F93FECD3E33}" dt="2026-01-10T05:23:31.677" v="554" actId="255"/>
          <ac:spMkLst>
            <pc:docMk/>
            <pc:sldMk cId="743020150" sldId="1064"/>
            <ac:spMk id="6" creationId="{56BEC812-4954-26C6-B916-3EA60D3EE697}"/>
          </ac:spMkLst>
        </pc:spChg>
      </pc:sldChg>
      <pc:sldChg chg="modSp add mod modAnim">
        <pc:chgData name="shahjad israil" userId="765442391d65c39a" providerId="LiveId" clId="{AD403976-A7C0-4C75-AA9D-6F93FECD3E33}" dt="2026-01-10T05:24:56.645" v="592" actId="207"/>
        <pc:sldMkLst>
          <pc:docMk/>
          <pc:sldMk cId="1267127658" sldId="1065"/>
        </pc:sldMkLst>
        <pc:spChg chg="mod">
          <ac:chgData name="shahjad israil" userId="765442391d65c39a" providerId="LiveId" clId="{AD403976-A7C0-4C75-AA9D-6F93FECD3E33}" dt="2026-01-10T05:24:56.645" v="592" actId="207"/>
          <ac:spMkLst>
            <pc:docMk/>
            <pc:sldMk cId="1267127658" sldId="1065"/>
            <ac:spMk id="3" creationId="{1E1CE1E5-AF27-E9FD-5D32-C49322567225}"/>
          </ac:spMkLst>
        </pc:spChg>
        <pc:spChg chg="mod">
          <ac:chgData name="shahjad israil" userId="765442391d65c39a" providerId="LiveId" clId="{AD403976-A7C0-4C75-AA9D-6F93FECD3E33}" dt="2026-01-10T05:24:16.798" v="568" actId="20577"/>
          <ac:spMkLst>
            <pc:docMk/>
            <pc:sldMk cId="1267127658" sldId="1065"/>
            <ac:spMk id="6" creationId="{84138419-4D71-F7C6-37C4-E39A4D45897F}"/>
          </ac:spMkLst>
        </pc:spChg>
      </pc:sldChg>
      <pc:sldChg chg="modSp add mod modAnim">
        <pc:chgData name="shahjad israil" userId="765442391d65c39a" providerId="LiveId" clId="{AD403976-A7C0-4C75-AA9D-6F93FECD3E33}" dt="2026-01-10T05:27:13.591" v="648" actId="5793"/>
        <pc:sldMkLst>
          <pc:docMk/>
          <pc:sldMk cId="3843953315" sldId="1066"/>
        </pc:sldMkLst>
        <pc:spChg chg="mod">
          <ac:chgData name="shahjad israil" userId="765442391d65c39a" providerId="LiveId" clId="{AD403976-A7C0-4C75-AA9D-6F93FECD3E33}" dt="2026-01-10T05:27:13.591" v="648" actId="5793"/>
          <ac:spMkLst>
            <pc:docMk/>
            <pc:sldMk cId="3843953315" sldId="1066"/>
            <ac:spMk id="3" creationId="{F031B40E-DDCE-A466-3BC6-6571681A6426}"/>
          </ac:spMkLst>
        </pc:spChg>
        <pc:spChg chg="mod">
          <ac:chgData name="shahjad israil" userId="765442391d65c39a" providerId="LiveId" clId="{AD403976-A7C0-4C75-AA9D-6F93FECD3E33}" dt="2026-01-10T05:26:49.254" v="641" actId="14100"/>
          <ac:spMkLst>
            <pc:docMk/>
            <pc:sldMk cId="3843953315" sldId="1066"/>
            <ac:spMk id="5" creationId="{B752B9D9-46A4-6FAD-A288-1D1F5EDED325}"/>
          </ac:spMkLst>
        </pc:spChg>
      </pc:sldChg>
      <pc:sldChg chg="modSp add mod modAnim">
        <pc:chgData name="shahjad israil" userId="765442391d65c39a" providerId="LiveId" clId="{AD403976-A7C0-4C75-AA9D-6F93FECD3E33}" dt="2026-01-10T05:28:18.013" v="677" actId="20577"/>
        <pc:sldMkLst>
          <pc:docMk/>
          <pc:sldMk cId="3796229542" sldId="1067"/>
        </pc:sldMkLst>
        <pc:spChg chg="mod">
          <ac:chgData name="shahjad israil" userId="765442391d65c39a" providerId="LiveId" clId="{AD403976-A7C0-4C75-AA9D-6F93FECD3E33}" dt="2026-01-10T05:28:18.013" v="677" actId="20577"/>
          <ac:spMkLst>
            <pc:docMk/>
            <pc:sldMk cId="3796229542" sldId="1067"/>
            <ac:spMk id="3" creationId="{DECDB261-10C1-0701-B32A-9C127F5400D1}"/>
          </ac:spMkLst>
        </pc:spChg>
        <pc:spChg chg="mod">
          <ac:chgData name="shahjad israil" userId="765442391d65c39a" providerId="LiveId" clId="{AD403976-A7C0-4C75-AA9D-6F93FECD3E33}" dt="2026-01-10T05:27:24.156" v="652"/>
          <ac:spMkLst>
            <pc:docMk/>
            <pc:sldMk cId="3796229542" sldId="1067"/>
            <ac:spMk id="5" creationId="{1C9EFF7F-3D80-F1AD-A732-840601A51A36}"/>
          </ac:spMkLst>
        </pc:spChg>
      </pc:sldChg>
      <pc:sldChg chg="modSp add mod modAnim">
        <pc:chgData name="shahjad israil" userId="765442391d65c39a" providerId="LiveId" clId="{AD403976-A7C0-4C75-AA9D-6F93FECD3E33}" dt="2026-01-10T05:29:23.848" v="692" actId="20577"/>
        <pc:sldMkLst>
          <pc:docMk/>
          <pc:sldMk cId="3622421536" sldId="1068"/>
        </pc:sldMkLst>
        <pc:spChg chg="mod">
          <ac:chgData name="shahjad israil" userId="765442391d65c39a" providerId="LiveId" clId="{AD403976-A7C0-4C75-AA9D-6F93FECD3E33}" dt="2026-01-10T05:29:23.848" v="692" actId="20577"/>
          <ac:spMkLst>
            <pc:docMk/>
            <pc:sldMk cId="3622421536" sldId="1068"/>
            <ac:spMk id="3" creationId="{AD7AE649-DFFB-3605-E3E3-9A9CF1B691BB}"/>
          </ac:spMkLst>
        </pc:spChg>
        <pc:spChg chg="mod">
          <ac:chgData name="shahjad israil" userId="765442391d65c39a" providerId="LiveId" clId="{AD403976-A7C0-4C75-AA9D-6F93FECD3E33}" dt="2026-01-10T05:29:02.552" v="681"/>
          <ac:spMkLst>
            <pc:docMk/>
            <pc:sldMk cId="3622421536" sldId="1068"/>
            <ac:spMk id="5" creationId="{EEC6AD70-7A9E-8BEA-5A93-9D9680ADA3DD}"/>
          </ac:spMkLst>
        </pc:spChg>
      </pc:sldChg>
      <pc:sldChg chg="addSp delSp modSp add mod modAnim">
        <pc:chgData name="shahjad israil" userId="765442391d65c39a" providerId="LiveId" clId="{AD403976-A7C0-4C75-AA9D-6F93FECD3E33}" dt="2026-01-10T05:30:40.047" v="705" actId="207"/>
        <pc:sldMkLst>
          <pc:docMk/>
          <pc:sldMk cId="285310035" sldId="1069"/>
        </pc:sldMkLst>
        <pc:spChg chg="mod">
          <ac:chgData name="shahjad israil" userId="765442391d65c39a" providerId="LiveId" clId="{AD403976-A7C0-4C75-AA9D-6F93FECD3E33}" dt="2026-01-10T05:30:19.773" v="703" actId="113"/>
          <ac:spMkLst>
            <pc:docMk/>
            <pc:sldMk cId="285310035" sldId="1069"/>
            <ac:spMk id="5" creationId="{4E2EC37B-D695-D016-6D9A-F869334FD376}"/>
          </ac:spMkLst>
        </pc:spChg>
        <pc:graphicFrameChg chg="add mod modGraphic">
          <ac:chgData name="shahjad israil" userId="765442391d65c39a" providerId="LiveId" clId="{AD403976-A7C0-4C75-AA9D-6F93FECD3E33}" dt="2026-01-10T05:30:40.047" v="705" actId="207"/>
          <ac:graphicFrameMkLst>
            <pc:docMk/>
            <pc:sldMk cId="285310035" sldId="1069"/>
            <ac:graphicFrameMk id="4" creationId="{B4D1B899-B531-997C-1FBA-1692BE99A8A7}"/>
          </ac:graphicFrameMkLst>
        </pc:graphicFrameChg>
      </pc:sldChg>
      <pc:sldChg chg="addSp delSp modSp add mod">
        <pc:chgData name="shahjad israil" userId="765442391d65c39a" providerId="LiveId" clId="{AD403976-A7C0-4C75-AA9D-6F93FECD3E33}" dt="2026-01-10T05:32:37.485" v="733" actId="20577"/>
        <pc:sldMkLst>
          <pc:docMk/>
          <pc:sldMk cId="2833493707" sldId="1070"/>
        </pc:sldMkLst>
        <pc:spChg chg="mod">
          <ac:chgData name="shahjad israil" userId="765442391d65c39a" providerId="LiveId" clId="{AD403976-A7C0-4C75-AA9D-6F93FECD3E33}" dt="2026-01-10T05:31:43.922" v="717"/>
          <ac:spMkLst>
            <pc:docMk/>
            <pc:sldMk cId="2833493707" sldId="1070"/>
            <ac:spMk id="5" creationId="{04CB218E-2A7D-F0DC-6B35-BB1D09D6D830}"/>
          </ac:spMkLst>
        </pc:spChg>
        <pc:spChg chg="add mod">
          <ac:chgData name="shahjad israil" userId="765442391d65c39a" providerId="LiveId" clId="{AD403976-A7C0-4C75-AA9D-6F93FECD3E33}" dt="2026-01-10T05:32:37.485" v="733" actId="20577"/>
          <ac:spMkLst>
            <pc:docMk/>
            <pc:sldMk cId="2833493707" sldId="1070"/>
            <ac:spMk id="9" creationId="{2CD78A55-010F-568B-9760-7CBDFD39472D}"/>
          </ac:spMkLst>
        </pc:spChg>
      </pc:sldChg>
      <pc:sldChg chg="addSp modSp add mod">
        <pc:chgData name="shahjad israil" userId="765442391d65c39a" providerId="LiveId" clId="{AD403976-A7C0-4C75-AA9D-6F93FECD3E33}" dt="2026-01-10T05:33:58.273" v="751" actId="255"/>
        <pc:sldMkLst>
          <pc:docMk/>
          <pc:sldMk cId="3111916566" sldId="1071"/>
        </pc:sldMkLst>
        <pc:spChg chg="mod">
          <ac:chgData name="shahjad israil" userId="765442391d65c39a" providerId="LiveId" clId="{AD403976-A7C0-4C75-AA9D-6F93FECD3E33}" dt="2026-01-10T05:33:10.473" v="740"/>
          <ac:spMkLst>
            <pc:docMk/>
            <pc:sldMk cId="3111916566" sldId="1071"/>
            <ac:spMk id="5" creationId="{1CEF20A3-410F-08AE-3D43-DFC45758987C}"/>
          </ac:spMkLst>
        </pc:spChg>
        <pc:spChg chg="mod">
          <ac:chgData name="shahjad israil" userId="765442391d65c39a" providerId="LiveId" clId="{AD403976-A7C0-4C75-AA9D-6F93FECD3E33}" dt="2026-01-10T05:33:58.273" v="751" actId="255"/>
          <ac:spMkLst>
            <pc:docMk/>
            <pc:sldMk cId="3111916566" sldId="1071"/>
            <ac:spMk id="9" creationId="{7AD575D7-4F2F-EC0D-3030-DFD6F923FFF1}"/>
          </ac:spMkLst>
        </pc:spChg>
        <pc:graphicFrameChg chg="add mod modGraphic">
          <ac:chgData name="shahjad israil" userId="765442391d65c39a" providerId="LiveId" clId="{AD403976-A7C0-4C75-AA9D-6F93FECD3E33}" dt="2026-01-10T05:33:53.606" v="750" actId="1076"/>
          <ac:graphicFrameMkLst>
            <pc:docMk/>
            <pc:sldMk cId="3111916566" sldId="1071"/>
            <ac:graphicFrameMk id="3" creationId="{431231B9-1C40-E1D1-4362-0CE64FD7E04D}"/>
          </ac:graphicFrameMkLst>
        </pc:graphicFrameChg>
      </pc:sldChg>
      <pc:sldChg chg="modSp add mod modAnim">
        <pc:chgData name="shahjad israil" userId="765442391d65c39a" providerId="LiveId" clId="{AD403976-A7C0-4C75-AA9D-6F93FECD3E33}" dt="2026-01-10T05:38:25.662" v="803" actId="255"/>
        <pc:sldMkLst>
          <pc:docMk/>
          <pc:sldMk cId="1725484250" sldId="1072"/>
        </pc:sldMkLst>
        <pc:spChg chg="mod">
          <ac:chgData name="shahjad israil" userId="765442391d65c39a" providerId="LiveId" clId="{AD403976-A7C0-4C75-AA9D-6F93FECD3E33}" dt="2026-01-10T05:38:25.662" v="803" actId="255"/>
          <ac:spMkLst>
            <pc:docMk/>
            <pc:sldMk cId="1725484250" sldId="1072"/>
            <ac:spMk id="3" creationId="{4B6DD1C1-0115-5C9D-CD7E-81A67B7E75EF}"/>
          </ac:spMkLst>
        </pc:spChg>
        <pc:spChg chg="mod">
          <ac:chgData name="shahjad israil" userId="765442391d65c39a" providerId="LiveId" clId="{AD403976-A7C0-4C75-AA9D-6F93FECD3E33}" dt="2026-01-10T05:36:29.687" v="763" actId="20577"/>
          <ac:spMkLst>
            <pc:docMk/>
            <pc:sldMk cId="1725484250" sldId="1072"/>
            <ac:spMk id="5" creationId="{1A64A944-CC2B-07F0-9BAE-D9AF6BF9D01B}"/>
          </ac:spMkLst>
        </pc:spChg>
      </pc:sldChg>
      <pc:sldChg chg="modSp add mod modAnim">
        <pc:chgData name="shahjad israil" userId="765442391d65c39a" providerId="LiveId" clId="{AD403976-A7C0-4C75-AA9D-6F93FECD3E33}" dt="2026-01-10T05:40:11.036" v="829" actId="20577"/>
        <pc:sldMkLst>
          <pc:docMk/>
          <pc:sldMk cId="535160294" sldId="1073"/>
        </pc:sldMkLst>
        <pc:spChg chg="mod">
          <ac:chgData name="shahjad israil" userId="765442391d65c39a" providerId="LiveId" clId="{AD403976-A7C0-4C75-AA9D-6F93FECD3E33}" dt="2026-01-10T05:40:09.383" v="828" actId="20577"/>
          <ac:spMkLst>
            <pc:docMk/>
            <pc:sldMk cId="535160294" sldId="1073"/>
            <ac:spMk id="3" creationId="{450F5C68-968F-C4E0-9721-07603B623A19}"/>
          </ac:spMkLst>
        </pc:spChg>
        <pc:spChg chg="mod">
          <ac:chgData name="shahjad israil" userId="765442391d65c39a" providerId="LiveId" clId="{AD403976-A7C0-4C75-AA9D-6F93FECD3E33}" dt="2026-01-10T05:39:35.110" v="811" actId="20577"/>
          <ac:spMkLst>
            <pc:docMk/>
            <pc:sldMk cId="535160294" sldId="1073"/>
            <ac:spMk id="10" creationId="{4AAD5A11-5921-AAC4-5C08-1A2200A67EE6}"/>
          </ac:spMkLst>
        </pc:spChg>
      </pc:sldChg>
      <pc:sldChg chg="delSp modSp add mod">
        <pc:chgData name="shahjad israil" userId="765442391d65c39a" providerId="LiveId" clId="{AD403976-A7C0-4C75-AA9D-6F93FECD3E33}" dt="2026-01-10T05:44:35.014" v="849" actId="13822"/>
        <pc:sldMkLst>
          <pc:docMk/>
          <pc:sldMk cId="409479210" sldId="1074"/>
        </pc:sldMkLst>
        <pc:spChg chg="mod">
          <ac:chgData name="shahjad israil" userId="765442391d65c39a" providerId="LiveId" clId="{AD403976-A7C0-4C75-AA9D-6F93FECD3E33}" dt="2026-01-10T05:42:54.318" v="838"/>
          <ac:spMkLst>
            <pc:docMk/>
            <pc:sldMk cId="409479210" sldId="1074"/>
            <ac:spMk id="5" creationId="{E2251EEF-94F4-8BB9-E7F0-1728C189F02B}"/>
          </ac:spMkLst>
        </pc:spChg>
        <pc:spChg chg="mod">
          <ac:chgData name="shahjad israil" userId="765442391d65c39a" providerId="LiveId" clId="{AD403976-A7C0-4C75-AA9D-6F93FECD3E33}" dt="2026-01-10T05:44:35.014" v="849" actId="13822"/>
          <ac:spMkLst>
            <pc:docMk/>
            <pc:sldMk cId="409479210" sldId="1074"/>
            <ac:spMk id="9" creationId="{CE14C068-20B8-26DC-410A-8E9AEC9F1EA8}"/>
          </ac:spMkLst>
        </pc:spChg>
      </pc:sldChg>
      <pc:sldChg chg="add">
        <pc:chgData name="shahjad israil" userId="765442391d65c39a" providerId="LiveId" clId="{AD403976-A7C0-4C75-AA9D-6F93FECD3E33}" dt="2026-01-10T08:44:23.498" v="880" actId="2890"/>
        <pc:sldMkLst>
          <pc:docMk/>
          <pc:sldMk cId="871134104" sldId="1075"/>
        </pc:sldMkLst>
      </pc:sldChg>
    </pc:docChg>
  </pc:docChgLst>
  <pc:docChgLst>
    <pc:chgData name="DEAN SOET" userId="S::dean.soet@krmangalam.edu.in::92517f20-b442-4ee1-acc7-7256e8874910" providerId="AD" clId="Web-{065640EF-1CAB-6945-3290-3F933F693FD8}"/>
    <pc:docChg chg="modSld">
      <pc:chgData name="DEAN SOET" userId="S::dean.soet@krmangalam.edu.in::92517f20-b442-4ee1-acc7-7256e8874910" providerId="AD" clId="Web-{065640EF-1CAB-6945-3290-3F933F693FD8}" dt="2026-01-16T07:04:39.776" v="1" actId="20577"/>
      <pc:docMkLst>
        <pc:docMk/>
      </pc:docMkLst>
      <pc:sldChg chg="modSp">
        <pc:chgData name="DEAN SOET" userId="S::dean.soet@krmangalam.edu.in::92517f20-b442-4ee1-acc7-7256e8874910" providerId="AD" clId="Web-{065640EF-1CAB-6945-3290-3F933F693FD8}" dt="2026-01-16T07:04:39.776" v="1" actId="20577"/>
        <pc:sldMkLst>
          <pc:docMk/>
          <pc:sldMk cId="409479210" sldId="1074"/>
        </pc:sldMkLst>
        <pc:spChg chg="mod">
          <ac:chgData name="DEAN SOET" userId="S::dean.soet@krmangalam.edu.in::92517f20-b442-4ee1-acc7-7256e8874910" providerId="AD" clId="Web-{065640EF-1CAB-6945-3290-3F933F693FD8}" dt="2026-01-16T07:04:39.776" v="1" actId="20577"/>
          <ac:spMkLst>
            <pc:docMk/>
            <pc:sldMk cId="409479210" sldId="1074"/>
            <ac:spMk id="9" creationId="{CE14C068-20B8-26DC-410A-8E9AEC9F1E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FD00-B8B8-715B-530F-AD0CE9FDB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EB6BB-8B8C-BD1F-569D-0B142E52F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24969-2EC6-CE4E-DD04-B87219D0F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30DEA-C898-F24E-1513-7DC07ED9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74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AA2A-EA90-07EF-C2EA-B1AAEF52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E5ACC-2798-7500-258F-3B17B7B46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E334C-84BA-30E8-405B-3FCD4D23B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06672-4DD5-E26E-A673-3145E25CE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3610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577B-3CA8-5F4F-EBC0-0535B764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57E6A-C6FD-30DB-1A7C-6BE7E7587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18C1A-9793-86AB-F662-E34B0A9DE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03E9D-353E-1C7B-43BF-DA62E2255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142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25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0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875B-6439-2B4E-12B6-28A7B02B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1BC26EDC-C997-558D-66F4-2F5608B202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2150314-3120-2D35-27AA-1A0C18B7FF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5C47CA5B-BC6F-D419-98EC-2DDB3161C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71D029F6-B382-7C33-14E9-5AF6316E565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76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207A-6C99-EA76-1DE6-4C2392D7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3C47E174-3AEC-702C-396D-4218A62FB1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7E8CB961-A074-9F17-B7A8-5BD6FE6369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61B7DDE-9F9B-928B-A5CA-A469B7498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411E8075-BFFE-AADD-74F9-95C8B528948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35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03E9-075F-678B-6FDE-673BD900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9E4629C-9C86-EDE6-57A0-B6D17EA998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0DE102F9-9C3B-F44D-A406-2C9CABAA2F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33FEF74-81BC-7EEA-313E-A180ED7C9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071A4CC0-7FD3-5ECB-6AE1-EB54E694B31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7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E582-FD38-FEAD-13FB-F45D90B8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1235C56-99A0-12B1-98DB-01E646780C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2AE56BD-163C-22D6-92E4-D75ADEF8B9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D2C948A7-879B-AD9A-F25C-D93F0DDD4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A54D4A43-917A-8D24-E738-FCAC52214E5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3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F379-8F14-5D1E-4375-C49AD72E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9A807A1-3BB5-5B95-B4DC-04CA984E42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BA60ED5-AF24-E3A9-9964-59F908C4F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3F4F36C-E47C-5AD4-BAD1-B29F8581C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89C3072-9C18-470A-ADDA-0F89B59D572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8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16B2-B2EA-D753-6239-37D6BE7A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DDD8E4A-B854-7FA7-349B-E921680157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B40EBC3-CC61-C812-E9D5-C59EA1F9F1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FF0D1CE-E472-7740-179E-566D01570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D10E297-A43D-4E8E-14A3-05EA683D1D3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51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9654-2C58-7885-FFA7-D8D7D144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4AC723A-F095-EB89-71BA-4A38E22BCD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0986984-A978-F6FC-05E8-0F005F7FF5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D3E05F5B-633F-56B3-009F-0FD2B299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B162552-C7B4-AF5E-1CA0-60A442CADE74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17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8800-1E49-83AB-EDD7-07254400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AC7D89C-7B2E-8BBD-1F9C-A6E0140430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1895F4E3-34C0-5C95-2B5A-1B86DB0A9C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C8E12FC-5FDE-53C0-3E9B-296C14CA7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913AFAEA-C58E-0FED-4800-53B25C34161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68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C0741-0CB4-9395-26C6-8B593D28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0F4D2B0-C9DA-8C26-4838-702ED3965D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2A43F17-FD0D-0D29-2D8D-02C23EF506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7314F9A-0A56-381C-F05A-3CDB227C2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1BF3828D-384B-9139-D201-1E2A745B4C8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29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7955-7831-209E-BEE3-D66B4823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2793E155-5D89-14EC-6007-005053E1BD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31FE70C-A78D-430C-08EA-193ED57A1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8A1F4AF-988C-7478-EAE8-DECCE0830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E90B677-06C2-F3F7-000A-E34459E737F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78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EA0F-CBFC-D75A-2216-866689FF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7F7CE83-9513-3A68-903C-B992D11F41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8AD5B8B-0769-0704-B976-8338B1BF63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61CD949-21C0-759B-3167-8DAE9DC0C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82F924C-8E6C-AEF4-9D29-71C5FBE6E2E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2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700A-4C6F-8E05-2221-B114230F4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01589DEF-DA00-864C-BAFB-929445ADE5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F9C4CA2-FE72-0E5B-29E7-94653480C6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DD90284-7FA0-F639-2058-C75D6C4FF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64BEF241-7B25-1680-D87B-9DAABD8C225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724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0AD8-0A39-A6E6-FADA-EFE4D7AF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5B7BC36-63D2-4421-FB28-DB0C5079A2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2BF26A61-D1B0-9135-6BD6-6BDDBB4088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DB591DC-34F7-946A-77B2-377C9366E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FBADC382-8DCC-D16D-5C80-29FA4D0BADCD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89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0DA2-7BEB-AFE7-780A-423E788E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3B3C899-A21E-CC4E-2184-2E78EF279A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A4D048F-A342-D522-B799-AD3A026705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FF57705-CA9D-BF61-F0D5-F3A3E0E57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736ED2F9-8275-970B-39F9-9F5DE9D993C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5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754658"/>
            <a:ext cx="7326944" cy="97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4125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  <a:endParaRPr lang="en-US" sz="2400" dirty="0">
              <a:latin typeface="Calibri"/>
              <a:ea typeface="Segoe UI"/>
              <a:cs typeface="Segoe UI"/>
            </a:endParaRPr>
          </a:p>
          <a:p>
            <a:pPr algn="ctr" rtl="0">
              <a:lnSpc>
                <a:spcPts val="2775"/>
              </a:lnSpc>
            </a:pPr>
            <a:r>
              <a:rPr lang="en-IN" sz="2400" dirty="0">
                <a:latin typeface="Calibri"/>
                <a:ea typeface="Segoe UI"/>
                <a:cs typeface="Segoe UI"/>
              </a:rPr>
              <a:t>​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61" y="5379732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615400" y="3200400"/>
            <a:ext cx="45972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UNIT-1: </a:t>
            </a:r>
            <a:r>
              <a:rPr lang="en-US" sz="2000" b="1" dirty="0"/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086C1-EAF3-B6E4-1438-E9B9F6AFA0D2}"/>
              </a:ext>
            </a:extLst>
          </p:cNvPr>
          <p:cNvSpPr txBox="1"/>
          <p:nvPr/>
        </p:nvSpPr>
        <p:spPr>
          <a:xfrm>
            <a:off x="2495200" y="2106852"/>
            <a:ext cx="4693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altLang="en-US" sz="1800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algn="ctr"/>
            <a:r>
              <a:rPr lang="en-IN" altLang="en-US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</a:t>
            </a:r>
            <a:r>
              <a:rPr lang="en-US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Course Code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</a:t>
            </a:r>
            <a:r>
              <a:rPr lang="en-IN" altLang="en-US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DFEA0-44C4-4CB2-0A02-3E44B34B101F}"/>
              </a:ext>
            </a:extLst>
          </p:cNvPr>
          <p:cNvSpPr txBox="1"/>
          <p:nvPr/>
        </p:nvSpPr>
        <p:spPr>
          <a:xfrm>
            <a:off x="2241664" y="3662535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75251" y="2521110"/>
            <a:ext cx="8352928" cy="14811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4: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/>
              <a:t>Best, Average &amp; Worst Case Analysis</a:t>
            </a: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FCA2-C051-84F1-79B1-58F7C939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E43243-D64E-387C-0C43-8AE6BD951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15FB51-353C-F899-7A81-D4E6CBDF747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CA8E79-7E3B-D6F6-A0BE-DAF79AFC09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E54041-121D-407F-553D-E16085FB86F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938BFCC-4F57-FAEE-46B9-1CB6932F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83351-0221-9BF0-7050-11D50FBCBC49}"/>
              </a:ext>
            </a:extLst>
          </p:cNvPr>
          <p:cNvSpPr txBox="1"/>
          <p:nvPr/>
        </p:nvSpPr>
        <p:spPr>
          <a:xfrm>
            <a:off x="475251" y="2521110"/>
            <a:ext cx="8352928" cy="14811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4: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/>
              <a:t>Best, Average &amp; Worst Case Analysis</a:t>
            </a: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166FE-3AA2-740C-BAAB-2DD68E40E3E2}"/>
              </a:ext>
            </a:extLst>
          </p:cNvPr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7113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(Previous Session)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E72C7-3EC7-6CA2-6B7A-44ECBA7BE1F1}"/>
              </a:ext>
            </a:extLst>
          </p:cNvPr>
          <p:cNvSpPr txBox="1"/>
          <p:nvPr/>
        </p:nvSpPr>
        <p:spPr>
          <a:xfrm>
            <a:off x="216027" y="1173140"/>
            <a:ext cx="8642123" cy="54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studies algorithm performance as input size (n) grows large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growth rate, not exact execution time</a:t>
            </a:r>
          </a:p>
          <a:p>
            <a:pPr lvl="1"/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Ignores: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speed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factors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Asymptotic Analysis?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Compares algorithms independently of hardware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scalability for large inputs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choose the most efficient algorithm</a:t>
            </a:r>
          </a:p>
          <a:p>
            <a:pPr lvl="2" indent="-457200">
              <a:lnSpc>
                <a:spcPct val="150000"/>
              </a:lnSpc>
              <a:buFont typeface="+mj-lt"/>
              <a:buAutoNum type="arabicPeriod"/>
            </a:pPr>
            <a:endParaRPr lang="en-US" sz="2200" i="1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/>
              <a:t>Learning Objectives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lecture, students will be able to: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best, worst, and average case analysis of algorithms.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input conditions affecting algorithm performance.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 of algorithms under best, worst, and average cases.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based on case-wise efficiency.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worst case analysis to select reliable algorithms for real-world problems.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997F-0C64-428B-4C67-F8135818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E461B8-DB4E-B8F8-4D2D-FD9A525FD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BB0994-5BB9-0747-9F2D-9FB1A9BB23E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F610BA-0410-B222-E6A3-079C8E0BB8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A14CE-3004-9E81-AFDB-39990C54B7F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EF36E6-598A-D427-B14A-37E9F21EF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310072"/>
            <a:ext cx="891073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pPr algn="ctr"/>
            <a:r>
              <a:rPr lang="en-US" sz="3200" b="1" dirty="0"/>
              <a:t>Why Do We Need Case Analysis? (Motivation with Real Life)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2A786-8B96-C888-023F-3DD73BA2EC2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FD152-066D-510A-EB8B-57057FEC5DD1}"/>
              </a:ext>
            </a:extLst>
          </p:cNvPr>
          <p:cNvSpPr/>
          <p:nvPr/>
        </p:nvSpPr>
        <p:spPr>
          <a:xfrm>
            <a:off x="107504" y="1107776"/>
            <a:ext cx="8784976" cy="482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this situation: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Going to University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 No traffic → reach in 10 minutes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 Normal traffic → reach in 25 minutes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Accident + rain → reach in 1 hour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Same road, different situations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Similarly, </a:t>
            </a:r>
            <a:r>
              <a:rPr lang="en-US" sz="26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algorithm behaves differently for different inputs.</a:t>
            </a: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A991856-3D20-07FC-89DC-E5EDDBBD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3ECDFC-FAFF-87A1-3406-CDE4545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09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620E-19B8-67FF-79CD-80D10E0E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188893-F71F-B325-C9B2-CD962ACD5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77D2BA-5D50-9AF2-17BF-8EF9968649A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21B4C8-2481-7C34-60FD-979194F0E1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3ED2F-FC41-F91E-B26B-0B4221650E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9E9F2-F187-FE3B-2B76-35B986F99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310072"/>
            <a:ext cx="891073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pPr algn="ctr"/>
            <a:r>
              <a:rPr lang="en-US" sz="3200" b="1" dirty="0"/>
              <a:t>Why Do We Need Case Analysis? (Motivation with Real Life)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2B426-1982-F30B-10A4-5F9BDB836BB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A7843-6D22-DD3D-397E-CEDC6D542B82}"/>
              </a:ext>
            </a:extLst>
          </p:cNvPr>
          <p:cNvSpPr/>
          <p:nvPr/>
        </p:nvSpPr>
        <p:spPr>
          <a:xfrm>
            <a:off x="107504" y="1107776"/>
            <a:ext cx="8784976" cy="3408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why we study:</a:t>
            </a:r>
          </a:p>
          <a:p>
            <a:pPr marL="1428750" lvl="2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8A6B578-78CF-F331-5FFA-0CE33A167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85477-09F2-A057-A5C7-E98E91FF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35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What Does “Case” Mean in Algorithms?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25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case</a:t>
            </a:r>
            <a:r>
              <a:rPr lang="en-US" sz="2800" dirty="0"/>
              <a:t> refers to: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specific input arrangement that affects the number of operations performed by an algorithm.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Note:  Algorithms do </a:t>
            </a:r>
            <a:r>
              <a:rPr lang="en-US" sz="2800" b="1" dirty="0"/>
              <a:t>not run on theory</a:t>
            </a:r>
            <a:r>
              <a:rPr lang="en-US" sz="2800" dirty="0"/>
              <a:t>, they run on </a:t>
            </a:r>
            <a:r>
              <a:rPr lang="en-US" sz="2800" b="1" dirty="0"/>
              <a:t>inputs</a:t>
            </a:r>
            <a:r>
              <a:rPr lang="en-US" sz="2800" dirty="0"/>
              <a:t>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Best Case Analysis (Lower Bound)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242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/>
              <a:t>Definition: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4B0993"/>
                </a:solidFill>
              </a:rPr>
              <a:t>Minimum time</a:t>
            </a:r>
            <a:r>
              <a:rPr lang="en-US" sz="2800" dirty="0">
                <a:solidFill>
                  <a:srgbClr val="4B0993"/>
                </a:solidFill>
              </a:rPr>
              <a:t> taken by an algorithm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4B0993"/>
                </a:solidFill>
              </a:rPr>
              <a:t>Input is </a:t>
            </a:r>
            <a:r>
              <a:rPr lang="en-US" sz="2800" b="1" dirty="0">
                <a:solidFill>
                  <a:srgbClr val="4B0993"/>
                </a:solidFill>
              </a:rPr>
              <a:t>most favorable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Gives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lower bound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Example: 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Index:   0   1   2   3   4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Array: | x | 5 | 9 | 12 | 18 |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          ↑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      Target found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73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36015"/>
            <a:ext cx="8064896" cy="396519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400" b="1" dirty="0"/>
              <a:t>Explanation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Only </a:t>
            </a:r>
            <a:r>
              <a:rPr lang="en-US" b="1" dirty="0"/>
              <a:t>1 comparison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No loop repetition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Best Case → O(1)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b="1" dirty="0"/>
              <a:t>Real-Life Analogy:</a:t>
            </a:r>
            <a:br>
              <a:rPr lang="en-US" dirty="0"/>
            </a:br>
            <a:r>
              <a:rPr lang="en-US" dirty="0"/>
              <a:t>Your phone is on the table → you pick it immediately.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CONT..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114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912B1-D913-D0D0-4FEE-6D8F3082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08F9-5434-A9B9-9103-257D5100D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36015"/>
            <a:ext cx="8064896" cy="3965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Searching your own notebook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Open first page → found immediately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EC812-4954-26C6-B916-3EA60D3EE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Real-Life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747A4-1C30-AD82-EB1B-EA50D3AB6D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FBE8D-3F61-3B89-27CC-E73E4399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F1C8B2-0601-2ED0-2D76-8145F63A965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0201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075B-6DB1-CF6D-13E5-F6ABCAE2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E1E5-AF27-E9FD-5D32-C4932256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36015"/>
            <a:ext cx="8064896" cy="3965194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Happens </a:t>
            </a:r>
            <a:r>
              <a:rPr lang="en-US" b="1" dirty="0"/>
              <a:t>very rarely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Gives </a:t>
            </a:r>
            <a:r>
              <a:rPr lang="en-US" b="1" dirty="0"/>
              <a:t>false confidence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Real systems don’t guarantee best inputs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Note: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Best case does not reflect real-world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138419-4D71-F7C6-37C4-E39A4D458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7105"/>
            <a:ext cx="8910736" cy="833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Why Best Case is Rarely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89F9D-5FBB-B7AF-DF4B-0E94C488FB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63189-FF9E-E565-EB52-46000DE5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D93369-CDBC-5C0A-6412-85102E2E9267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1276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3995737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/>
              <a:t> Definition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Maximum time</a:t>
            </a:r>
            <a:r>
              <a:rPr lang="en-US" dirty="0"/>
              <a:t> taken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Input is </a:t>
            </a:r>
            <a:r>
              <a:rPr lang="en-US" b="1" dirty="0"/>
              <a:t>least favorable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Gives </a:t>
            </a:r>
            <a:r>
              <a:rPr lang="en-US" b="1" dirty="0"/>
              <a:t>upper bound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Guarantees system performance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Example: | 2 | 4 | 6 | 8 | 10 |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	         Target = 99 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	         </a:t>
            </a:r>
            <a:r>
              <a:rPr lang="en-US" dirty="0">
                <a:highlight>
                  <a:srgbClr val="FFFF00"/>
                </a:highlight>
              </a:rPr>
              <a:t>Full traversal required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Worst Case Analysis (MOST IMPORTANT)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12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6DE9-0AA7-3192-9B29-45FECBC1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5C68-968F-C4E0-9721-07603B62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3995737"/>
          </a:xfrm>
        </p:spPr>
        <p:txBody>
          <a:bodyPr rtlCol="0">
            <a:normAutofit fontScale="70000" lnSpcReduction="20000"/>
          </a:bodyPr>
          <a:lstStyle/>
          <a:p>
            <a:pPr marL="457200" lvl="1" indent="0">
              <a:lnSpc>
                <a:spcPct val="160000"/>
              </a:lnSpc>
              <a:buNone/>
            </a:pPr>
            <a:r>
              <a:rPr lang="en-IN" sz="3400" b="1" dirty="0"/>
              <a:t>Reverse sorted array</a:t>
            </a:r>
          </a:p>
          <a:p>
            <a:pPr lvl="1">
              <a:lnSpc>
                <a:spcPct val="160000"/>
              </a:lnSpc>
            </a:pPr>
            <a:r>
              <a:rPr lang="en-IN" dirty="0"/>
              <a:t>Before: | 5 | 4 | 3 | 2 | 1 |</a:t>
            </a:r>
          </a:p>
          <a:p>
            <a:pPr lvl="1">
              <a:lnSpc>
                <a:spcPct val="160000"/>
              </a:lnSpc>
            </a:pPr>
            <a:r>
              <a:rPr lang="en-IN" dirty="0"/>
              <a:t>After : | 1 | 2 | 3 | 4 | 5 |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IN" sz="2400" b="1" dirty="0"/>
              <a:t>Explanation:</a:t>
            </a:r>
            <a:endParaRPr lang="en-IN" sz="2400" dirty="0"/>
          </a:p>
          <a:p>
            <a:pPr lvl="2">
              <a:lnSpc>
                <a:spcPct val="160000"/>
              </a:lnSpc>
            </a:pPr>
            <a:r>
              <a:rPr lang="en-IN" sz="2900" dirty="0"/>
              <a:t>Maximum shifting</a:t>
            </a:r>
          </a:p>
          <a:p>
            <a:pPr lvl="2">
              <a:lnSpc>
                <a:spcPct val="160000"/>
              </a:lnSpc>
            </a:pPr>
            <a:r>
              <a:rPr lang="en-IN" sz="2900" dirty="0"/>
              <a:t>Nested loop runs fully</a:t>
            </a:r>
          </a:p>
          <a:p>
            <a:pPr lvl="2">
              <a:lnSpc>
                <a:spcPct val="160000"/>
              </a:lnSpc>
            </a:pPr>
            <a:r>
              <a:rPr lang="en-IN" sz="2900" b="1" dirty="0"/>
              <a:t>Worst Case → O(n²)</a:t>
            </a:r>
            <a:endParaRPr lang="en-IN" sz="2900" dirty="0"/>
          </a:p>
          <a:p>
            <a:pPr marL="914400" lvl="2" indent="0">
              <a:lnSpc>
                <a:spcPct val="160000"/>
              </a:lnSpc>
              <a:buNone/>
            </a:pPr>
            <a:r>
              <a:rPr lang="en-IN" sz="2900" b="1" dirty="0"/>
              <a:t>Application: </a:t>
            </a:r>
            <a:r>
              <a:rPr lang="en-IN" sz="2900" dirty="0"/>
              <a:t>Arranging files from Z → 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6B215-E40C-6356-3299-82BA01846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570684-F12D-D434-8208-38EFAB8B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AD5A11-5921-AAC4-5C08-1A2200A67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Example 1: Worst Case – Insertion Sort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B5132B-4D91-BE4F-DF0B-46EFCB3F599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1602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C9A11-587D-3AE5-00FB-3DC124A9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0E08-DC8F-EEBD-C076-D8238122C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marL="0" lvl="1" indent="0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Linear Search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present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 elements checked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Quick Sort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always smallest or largest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already sorted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1 2 3 4 5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O(n²)</a:t>
            </a:r>
          </a:p>
          <a:p>
            <a:pPr lvl="1">
              <a:lnSpc>
                <a:spcPct val="160000"/>
              </a:lnSpc>
            </a:pPr>
            <a:endParaRPr lang="pt-B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22586-474B-82EE-4C43-F0FC35F8A9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103A3-DE64-722D-010D-B7F8C038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67F967-E728-862B-C323-6CD5E6D74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45C1C4-4D29-262B-D6BC-5625B4C6CA8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6004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8FC7-88A1-0D00-BB98-7AD66F7B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FD84-552B-271B-E747-02897612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b="1" dirty="0"/>
              <a:t>Bank servers</a:t>
            </a:r>
            <a:r>
              <a:rPr lang="en-US" dirty="0"/>
              <a:t> (worst traffic hour)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Online ticket booking</a:t>
            </a:r>
            <a:r>
              <a:rPr lang="en-US" dirty="0"/>
              <a:t> during festivals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Emergency systems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Air traffic control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E-commerce sales (Flash sale)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Systems are designed for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worst case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not best case.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92388-4C31-CD36-B6EF-44298AB87E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3E582-60EB-A5A2-4DC2-C1E27F31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F9A59B-3835-8F49-4F4C-96B18833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5D7597-51C4-D859-693C-D9EBF7EDD7D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250895-0AD0-1290-067D-2D78C301C81B}"/>
              </a:ext>
            </a:extLst>
          </p:cNvPr>
          <p:cNvSpPr txBox="1"/>
          <p:nvPr/>
        </p:nvSpPr>
        <p:spPr>
          <a:xfrm>
            <a:off x="2252980" y="263610"/>
            <a:ext cx="4638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Real-Time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217271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168C-9308-D03D-F810-9F0B6405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9989-0C98-F434-AF81-CE9C13ED8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Easy to calculate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Safe &amp; predictable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Used in software design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Golden Line: </a:t>
            </a:r>
            <a:r>
              <a:rPr lang="en-US" dirty="0"/>
              <a:t>Worst case analysis guarantees performance under all conditions.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39BF4-8EC1-16D7-A48F-BF736A68E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E990D-8FEC-0283-65E2-28E40523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2772BF-FB8E-194D-0F2F-65FE7181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14136-013F-7A6B-CF3E-8E8BF547C69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987BE6C-5EC7-9C21-9135-6ED8BBAFC2EC}"/>
              </a:ext>
            </a:extLst>
          </p:cNvPr>
          <p:cNvSpPr txBox="1"/>
          <p:nvPr/>
        </p:nvSpPr>
        <p:spPr>
          <a:xfrm>
            <a:off x="1349896" y="156819"/>
            <a:ext cx="6624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Worst Case Is Most Used</a:t>
            </a:r>
          </a:p>
        </p:txBody>
      </p:sp>
    </p:spTree>
    <p:extLst>
      <p:ext uri="{BB962C8B-B14F-4D97-AF65-F5344CB8AC3E}">
        <p14:creationId xmlns:p14="http://schemas.microsoft.com/office/powerpoint/2010/main" val="34006279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5810-DA9E-6DA6-3383-4E5E10EC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B40E-DDCE-A466-3BC6-6571681A6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r>
              <a:rPr lang="en-US" b="1" dirty="0"/>
              <a:t>Definition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Average time taken over </a:t>
            </a:r>
            <a:r>
              <a:rPr lang="en-US" b="1" dirty="0"/>
              <a:t>all possible inputs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Requires </a:t>
            </a:r>
            <a:r>
              <a:rPr lang="en-US" b="1" dirty="0"/>
              <a:t>probability distribution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02105-9C50-3A13-BE12-45E88D02E3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5DE2C-9761-1979-34D2-BF468B71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B9D46-06EF-E1D2-D8F5-D7556DF0C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B14D06-0951-D9A7-CEF7-C83D7649BB7D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52B9D9-46A4-6FAD-A288-1D1F5EDED325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Average Case Analysis (Expected Behavior)</a:t>
            </a:r>
          </a:p>
        </p:txBody>
      </p:sp>
    </p:spTree>
    <p:extLst>
      <p:ext uri="{BB962C8B-B14F-4D97-AF65-F5344CB8AC3E}">
        <p14:creationId xmlns:p14="http://schemas.microsoft.com/office/powerpoint/2010/main" val="38439533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AFB0-9584-98D4-2DA6-4E0B57C1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B261-10C1-0701-B32A-9C127F540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r>
              <a:rPr lang="en-US" dirty="0"/>
              <a:t>Assume: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Element equally likely at any 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Also may not be present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Average Time: </a:t>
            </a:r>
            <a:r>
              <a:rPr lang="en-US" b="1" dirty="0"/>
              <a:t>O(n)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Example 2: </a:t>
            </a:r>
          </a:p>
          <a:p>
            <a:pPr marL="1314450" lvl="3" indent="0">
              <a:lnSpc>
                <a:spcPct val="150000"/>
              </a:lnSpc>
              <a:buNone/>
            </a:pPr>
            <a:r>
              <a:rPr lang="en-US" dirty="0"/>
              <a:t>	Start ──► Middle ──► End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dirty="0"/>
              <a:t>	     (Most likely region)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3F1F2-C9E2-391E-F828-8E04D512C9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9BEDF6-BB9A-4F90-9E42-07CFA631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9F742-DE21-255A-909B-D51B2F011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CD929-27E0-3887-FB88-22AE314BA9C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C9EFF7F-3D80-F1AD-A732-840601A51A36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📌 Example: Linear Search</a:t>
            </a:r>
          </a:p>
        </p:txBody>
      </p:sp>
    </p:spTree>
    <p:extLst>
      <p:ext uri="{BB962C8B-B14F-4D97-AF65-F5344CB8AC3E}">
        <p14:creationId xmlns:p14="http://schemas.microsoft.com/office/powerpoint/2010/main" val="37962295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78C7-A94B-51C7-DCB6-BE7880A7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DD1C1-0115-5C9D-CD7E-81A67B7E7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Index:   0   1   2   3   4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Array: | 3 | 5 | x | 12 | 18 |</a:t>
            </a:r>
          </a:p>
          <a:p>
            <a:pPr marL="857250" lvl="2" indent="0">
              <a:lnSpc>
                <a:spcPct val="150000"/>
              </a:lnSpc>
              <a:buNone/>
            </a:pPr>
            <a:r>
              <a:rPr lang="en-US" dirty="0">
                <a:solidFill>
                  <a:srgbClr val="4B0993"/>
                </a:solidFill>
              </a:rPr>
              <a:t>                    	  ↑</a:t>
            </a:r>
          </a:p>
          <a:p>
            <a:pPr marL="857250" lvl="2" indent="0">
              <a:lnSpc>
                <a:spcPct val="150000"/>
              </a:lnSpc>
              <a:buNone/>
            </a:pPr>
            <a:r>
              <a:rPr lang="en-US" dirty="0">
                <a:solidFill>
                  <a:srgbClr val="4B0993"/>
                </a:solidFill>
              </a:rPr>
              <a:t>                    Target found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dirty="0"/>
              <a:t>Explanation:</a:t>
            </a:r>
            <a:endParaRPr lang="en-US" sz="1800" dirty="0"/>
          </a:p>
          <a:p>
            <a:pPr lvl="2"/>
            <a:r>
              <a:rPr lang="en-US" sz="2200" dirty="0"/>
              <a:t>Target found after </a:t>
            </a:r>
            <a:r>
              <a:rPr lang="en-US" sz="2200" b="1" dirty="0"/>
              <a:t>n/2 comparisons</a:t>
            </a:r>
            <a:endParaRPr lang="en-US" sz="2200" dirty="0"/>
          </a:p>
          <a:p>
            <a:pPr lvl="2"/>
            <a:r>
              <a:rPr lang="en-US" sz="2200" dirty="0"/>
              <a:t>Depends on input distribution</a:t>
            </a:r>
          </a:p>
          <a:p>
            <a:pPr lvl="2"/>
            <a:r>
              <a:rPr lang="en-US" sz="2200" b="1" dirty="0"/>
              <a:t>Average Case → O(n)</a:t>
            </a:r>
            <a:endParaRPr lang="en-US" sz="2200" dirty="0"/>
          </a:p>
          <a:p>
            <a:pPr lvl="2"/>
            <a:r>
              <a:rPr lang="en-US" sz="2200" b="1" dirty="0"/>
              <a:t>Real-Life Analogy:</a:t>
            </a:r>
            <a:r>
              <a:rPr lang="en-US" sz="2200" dirty="0"/>
              <a:t> Searching a name in attendance register.</a:t>
            </a:r>
          </a:p>
          <a:p>
            <a:pPr marL="1771650" lvl="4" indent="0">
              <a:lnSpc>
                <a:spcPct val="150000"/>
              </a:lnSpc>
              <a:buNone/>
            </a:pPr>
            <a:endParaRPr lang="en-US" dirty="0">
              <a:solidFill>
                <a:srgbClr val="4B0993"/>
              </a:solidFill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D1F1A-6371-40C3-6214-A3726FCC9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52CAB-6D6C-84B8-3BFA-E467D213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0BF661-983B-8F05-AE04-AC5F912B3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B8010D-08F5-B685-A2A5-C4EEE9224A0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64A944-CC2B-07F0-9BAE-D9AF6BF9D01B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CONT..</a:t>
            </a:r>
          </a:p>
        </p:txBody>
      </p:sp>
    </p:spTree>
    <p:extLst>
      <p:ext uri="{BB962C8B-B14F-4D97-AF65-F5344CB8AC3E}">
        <p14:creationId xmlns:p14="http://schemas.microsoft.com/office/powerpoint/2010/main" val="17254842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F5D8-66FB-A5DC-B869-40F63391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AE649-DFFB-3605-E3E3-9A9CF1B69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Hard to predict inputs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Requires probability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Real data is </a:t>
            </a:r>
            <a:r>
              <a:rPr lang="en-US" b="1" dirty="0"/>
              <a:t>not uniform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Note: Used mostly in </a:t>
            </a:r>
            <a:r>
              <a:rPr lang="en-US" b="1" dirty="0"/>
              <a:t>research</a:t>
            </a:r>
            <a:r>
              <a:rPr lang="en-US" dirty="0"/>
              <a:t>, not production.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BF25F-B5D1-E523-A0B3-D4226E3C7E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5F7EBA-2065-093A-32DC-CC5446D2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1F250B-38BC-CC0D-07A9-AB02BAE9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DD5F6-495F-D302-356B-D8AB70EFBB5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C6AD70-7A9E-8BEA-5A93-9D9680ADA3DD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Average Case Is Rarely Used</a:t>
            </a:r>
          </a:p>
        </p:txBody>
      </p:sp>
    </p:spTree>
    <p:extLst>
      <p:ext uri="{BB962C8B-B14F-4D97-AF65-F5344CB8AC3E}">
        <p14:creationId xmlns:p14="http://schemas.microsoft.com/office/powerpoint/2010/main" val="36224215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0CE7-0D39-1FF1-668F-99A987A5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D1B899-B531-997C-1FBA-1692BE99A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200992"/>
              </p:ext>
            </p:extLst>
          </p:nvPr>
        </p:nvGraphicFramePr>
        <p:xfrm>
          <a:off x="179512" y="1088739"/>
          <a:ext cx="8640960" cy="3359896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177271089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415998693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514423937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869123463"/>
                    </a:ext>
                  </a:extLst>
                </a:gridCol>
              </a:tblGrid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Case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Time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Reliability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Usage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150107"/>
                  </a:ext>
                </a:extLst>
              </a:tr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Best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/>
                        <a:t>Minimum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Low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Rare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437549"/>
                  </a:ext>
                </a:extLst>
              </a:tr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Average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Expected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Medium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Limited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2194"/>
                  </a:ext>
                </a:extLst>
              </a:tr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Worst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Maximum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i="1"/>
                        <a:t>High</a:t>
                      </a:r>
                      <a:endParaRPr lang="en-IN" sz="2600" i="1"/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i="1" dirty="0"/>
                        <a:t>Most Used</a:t>
                      </a:r>
                      <a:endParaRPr lang="en-IN" sz="2600" i="1" dirty="0"/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65190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A83C77-D34A-4E5C-478E-89F5095FDA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ABA5CB-6F13-8933-FD56-D527FEE4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5FB7D6-85A0-10D2-DE7B-DF7F0816D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CCAAA1-D1A7-4A38-6ABD-B7A1A491671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2EC37B-D695-D016-6D9A-F869334FD376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Comparison Table (Highly Exam-Oriented)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531003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08B0-2B7E-68C5-54C2-CD1B1FCE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1BC45C-3B8F-4654-4C34-3A2AC288E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ACD9A-4E3C-06B6-F51B-491C36D9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D850E9-91C5-B2AF-272A-B67715C20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502E06-01F1-A595-EFDF-6629B9CA084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CB218E-2A7D-F0DC-6B35-BB1D09D6D830}"/>
              </a:ext>
            </a:extLst>
          </p:cNvPr>
          <p:cNvSpPr txBox="1"/>
          <p:nvPr/>
        </p:nvSpPr>
        <p:spPr>
          <a:xfrm>
            <a:off x="251520" y="156819"/>
            <a:ext cx="8712968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600" b="1" dirty="0"/>
              <a:t>Algorithms with Same Case 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78A55-010F-568B-9760-7CBDFD39472D}"/>
              </a:ext>
            </a:extLst>
          </p:cNvPr>
          <p:cNvSpPr txBox="1"/>
          <p:nvPr/>
        </p:nvSpPr>
        <p:spPr>
          <a:xfrm>
            <a:off x="179512" y="1088740"/>
            <a:ext cx="8910736" cy="394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000" b="1" dirty="0">
                <a:solidFill>
                  <a:srgbClr val="4B0993"/>
                </a:solidFill>
              </a:rPr>
              <a:t>Merge Sort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Best = Average = Worst</a:t>
            </a:r>
            <a:br>
              <a:rPr lang="en-IN" sz="2800" dirty="0"/>
            </a:br>
            <a:r>
              <a:rPr lang="en-IN" sz="2800" dirty="0"/>
              <a:t>	 </a:t>
            </a:r>
            <a:r>
              <a:rPr lang="en-IN" sz="2800" b="1" dirty="0"/>
              <a:t>O(n log n)</a:t>
            </a:r>
            <a:endParaRPr lang="en-I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Example: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File sorting in operating systems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Predictable &amp; stable algorithm</a:t>
            </a:r>
          </a:p>
        </p:txBody>
      </p:sp>
    </p:spTree>
    <p:extLst>
      <p:ext uri="{BB962C8B-B14F-4D97-AF65-F5344CB8AC3E}">
        <p14:creationId xmlns:p14="http://schemas.microsoft.com/office/powerpoint/2010/main" val="2833493707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2700-646F-0091-BE49-D20A6A4D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AEA98-A966-4CB8-CBB4-5AAEF989E8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38964-5663-98A2-7976-2D9F493D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508325-5FF7-4F32-C980-7478EAB54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CB3479-63C6-C95F-186D-268937AD9E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CEF20A3-410F-08AE-3D43-DFC45758987C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Algorithms with Different Case 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575D7-4F2F-EC0D-3030-DFD6F923FFF1}"/>
              </a:ext>
            </a:extLst>
          </p:cNvPr>
          <p:cNvSpPr txBox="1"/>
          <p:nvPr/>
        </p:nvSpPr>
        <p:spPr>
          <a:xfrm>
            <a:off x="179512" y="1088740"/>
            <a:ext cx="8910736" cy="1164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Quick Sort</a:t>
            </a:r>
          </a:p>
          <a:p>
            <a:pPr>
              <a:lnSpc>
                <a:spcPct val="150000"/>
              </a:lnSpc>
              <a:buNone/>
            </a:pPr>
            <a:endParaRPr lang="en-IN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1231B9-1C40-E1D1-4362-0CE64FD7E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97850"/>
              </p:ext>
            </p:extLst>
          </p:nvPr>
        </p:nvGraphicFramePr>
        <p:xfrm>
          <a:off x="1115616" y="1837180"/>
          <a:ext cx="5976664" cy="2548956"/>
        </p:xfrm>
        <a:graphic>
          <a:graphicData uri="http://schemas.openxmlformats.org/drawingml/2006/table">
            <a:tbl>
              <a:tblPr/>
              <a:tblGrid>
                <a:gridCol w="2988332">
                  <a:extLst>
                    <a:ext uri="{9D8B030D-6E8A-4147-A177-3AD203B41FA5}">
                      <a16:colId xmlns:a16="http://schemas.microsoft.com/office/drawing/2014/main" val="1827251593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404934809"/>
                    </a:ext>
                  </a:extLst>
                </a:gridCol>
              </a:tblGrid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060404"/>
                  </a:ext>
                </a:extLst>
              </a:tr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75493"/>
                  </a:ext>
                </a:extLst>
              </a:tr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282309"/>
                  </a:ext>
                </a:extLst>
              </a:tr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Worst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175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916566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3E21-13B4-C18D-8340-32989EF1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F04004-6D80-3C91-0424-837D7A0AD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07F41-42A7-2DAF-87EA-6A6E9BC9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4ECBA-18F7-F5E4-85E0-F86C63F86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724E3-CD1E-47D1-7A1C-BCB6AE8B4E2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251EEF-94F4-8BB9-E7F0-1728C189F02B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Compact Subjective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4C068-20B8-26DC-410A-8E9AEC9F1EA8}"/>
              </a:ext>
            </a:extLst>
          </p:cNvPr>
          <p:cNvSpPr txBox="1"/>
          <p:nvPr/>
        </p:nvSpPr>
        <p:spPr>
          <a:xfrm>
            <a:off x="179512" y="1088740"/>
            <a:ext cx="8910736" cy="494366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3200" b="1" i="1" dirty="0"/>
              <a:t>Best, Average &amp; </a:t>
            </a:r>
            <a:r>
              <a:rPr lang="en-US" sz="3200" b="1" i="1"/>
              <a:t>Worst-Case</a:t>
            </a:r>
            <a:r>
              <a:rPr lang="en-US" sz="3200" b="1" i="1" dirty="0"/>
              <a:t> Analysis</a:t>
            </a:r>
            <a:endParaRPr lang="en-US" sz="32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Define </a:t>
            </a:r>
            <a:r>
              <a:rPr lang="en-US" sz="2400" b="1" dirty="0">
                <a:latin typeface="Agency FB" panose="020B0503020202020204" pitchFamily="34" charset="0"/>
              </a:rPr>
              <a:t>best case</a:t>
            </a:r>
            <a:r>
              <a:rPr lang="en-US" sz="2400" dirty="0">
                <a:latin typeface="Agency FB" panose="020B0503020202020204" pitchFamily="34" charset="0"/>
              </a:rPr>
              <a:t>, </a:t>
            </a:r>
            <a:r>
              <a:rPr lang="en-US" sz="2400" b="1" dirty="0">
                <a:latin typeface="Agency FB" panose="020B0503020202020204" pitchFamily="34" charset="0"/>
              </a:rPr>
              <a:t>average case</a:t>
            </a:r>
            <a:r>
              <a:rPr lang="en-US" sz="2400" dirty="0">
                <a:latin typeface="Agency FB" panose="020B0503020202020204" pitchFamily="34" charset="0"/>
              </a:rPr>
              <a:t>, and </a:t>
            </a:r>
            <a:r>
              <a:rPr lang="en-US" sz="2400" b="1" dirty="0">
                <a:latin typeface="Agency FB" panose="020B0503020202020204" pitchFamily="34" charset="0"/>
              </a:rPr>
              <a:t>worst case</a:t>
            </a:r>
            <a:r>
              <a:rPr lang="en-US" sz="2400" dirty="0">
                <a:latin typeface="Agency FB" panose="020B0503020202020204" pitchFamily="34" charset="0"/>
              </a:rPr>
              <a:t> analysis.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Why does algorithm running time depend on </a:t>
            </a:r>
            <a:r>
              <a:rPr lang="en-US" sz="2400" b="1" dirty="0">
                <a:latin typeface="Agency FB" panose="020B0503020202020204" pitchFamily="34" charset="0"/>
              </a:rPr>
              <a:t>input nature</a:t>
            </a:r>
            <a:r>
              <a:rPr lang="en-US" sz="2400" dirty="0">
                <a:latin typeface="Agency FB" panose="020B0503020202020204" pitchFamily="34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What is meant by </a:t>
            </a:r>
            <a:r>
              <a:rPr lang="en-US" sz="2400" b="1" dirty="0">
                <a:latin typeface="Agency FB" panose="020B0503020202020204" pitchFamily="34" charset="0"/>
              </a:rPr>
              <a:t>worst case analysis</a:t>
            </a:r>
            <a:r>
              <a:rPr lang="en-US" sz="2400" dirty="0">
                <a:latin typeface="Agency FB" panose="020B0503020202020204" pitchFamily="34" charset="0"/>
              </a:rPr>
              <a:t> and why is it most preferred?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Explain best and worst cases of </a:t>
            </a:r>
            <a:r>
              <a:rPr lang="en-US" sz="2400" b="1" dirty="0">
                <a:latin typeface="Agency FB" panose="020B0503020202020204" pitchFamily="34" charset="0"/>
              </a:rPr>
              <a:t>linear search</a:t>
            </a:r>
            <a:r>
              <a:rPr lang="en-US" sz="2400" dirty="0">
                <a:latin typeface="Agency FB" panose="020B0503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Why is </a:t>
            </a:r>
            <a:r>
              <a:rPr lang="en-US" sz="2400" b="1" dirty="0">
                <a:latin typeface="Agency FB" panose="020B0503020202020204" pitchFamily="34" charset="0"/>
              </a:rPr>
              <a:t>average case analysis</a:t>
            </a:r>
            <a:r>
              <a:rPr lang="en-US" sz="2400" dirty="0">
                <a:latin typeface="Agency FB" panose="020B0503020202020204" pitchFamily="34" charset="0"/>
              </a:rPr>
              <a:t> difficult to compute in practice?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Give one example of an algorithm where </a:t>
            </a:r>
            <a:r>
              <a:rPr lang="en-US" sz="2400" b="1" dirty="0">
                <a:latin typeface="Agency FB" panose="020B0503020202020204" pitchFamily="34" charset="0"/>
              </a:rPr>
              <a:t>all cases are the same</a:t>
            </a:r>
            <a:r>
              <a:rPr lang="en-US" sz="2400" dirty="0">
                <a:latin typeface="Agency FB" panose="020B0503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State the relationship between </a:t>
            </a:r>
            <a:r>
              <a:rPr lang="en-US" sz="2400" b="1" dirty="0">
                <a:latin typeface="Agency FB" panose="020B0503020202020204" pitchFamily="34" charset="0"/>
              </a:rPr>
              <a:t>number of operations</a:t>
            </a:r>
            <a:r>
              <a:rPr lang="en-US" sz="2400" dirty="0">
                <a:latin typeface="Agency FB" panose="020B0503020202020204" pitchFamily="34" charset="0"/>
              </a:rPr>
              <a:t> and </a:t>
            </a:r>
            <a:r>
              <a:rPr lang="en-US" sz="2400" b="1" dirty="0">
                <a:latin typeface="Agency FB" panose="020B0503020202020204" pitchFamily="34" charset="0"/>
              </a:rPr>
              <a:t>time complexity</a:t>
            </a:r>
            <a:r>
              <a:rPr lang="en-US" sz="2400" dirty="0">
                <a:latin typeface="Agency FB" panose="020B0503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Give one </a:t>
            </a:r>
            <a:r>
              <a:rPr lang="en-US" sz="2400" b="1" dirty="0">
                <a:latin typeface="Agency FB" panose="020B0503020202020204" pitchFamily="34" charset="0"/>
              </a:rPr>
              <a:t>real-life application</a:t>
            </a:r>
            <a:r>
              <a:rPr lang="en-US" sz="2400" dirty="0">
                <a:latin typeface="Agency FB" panose="020B0503020202020204" pitchFamily="34" charset="0"/>
              </a:rPr>
              <a:t> where worst case analysis is important.</a:t>
            </a:r>
          </a:p>
        </p:txBody>
      </p:sp>
    </p:spTree>
    <p:extLst>
      <p:ext uri="{BB962C8B-B14F-4D97-AF65-F5344CB8AC3E}">
        <p14:creationId xmlns:p14="http://schemas.microsoft.com/office/powerpoint/2010/main" val="409479210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17166</TotalTime>
  <Words>1107</Words>
  <Application>Microsoft Office PowerPoint</Application>
  <PresentationFormat>On-screen Show (4:3)</PresentationFormat>
  <Paragraphs>254</Paragraphs>
  <Slides>26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1283</cp:revision>
  <cp:lastPrinted>2022-09-05T08:43:44Z</cp:lastPrinted>
  <dcterms:created xsi:type="dcterms:W3CDTF">2020-01-16T09:05:56Z</dcterms:created>
  <dcterms:modified xsi:type="dcterms:W3CDTF">2026-01-16T07:04:45Z</dcterms:modified>
</cp:coreProperties>
</file>